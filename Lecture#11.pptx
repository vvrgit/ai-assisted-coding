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05"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0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164F8F"/>
    <a:srgbClr val="D1DAFF"/>
    <a:srgbClr val="FFFFF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25" autoAdjust="0"/>
  </p:normalViewPr>
  <p:slideViewPr>
    <p:cSldViewPr snapToGrid="0">
      <p:cViewPr varScale="1">
        <p:scale>
          <a:sx n="108" d="100"/>
          <a:sy n="108" d="100"/>
        </p:scale>
        <p:origin x="714" y="108"/>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pPr/>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pPr/>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p:cNvSpPr>
            <a:spLocks noGrp="1"/>
          </p:cNvSpPr>
          <p:nvPr>
            <p:ph type="sldNum" sz="quarter" idx="10"/>
          </p:nvPr>
        </p:nvSpPr>
        <p:spPr/>
        <p:txBody>
          <a:bodyPr/>
          <a:lstStyle/>
          <a:p>
            <a:fld id="{46467D57-D457-4EAE-BF4F-2FDE0C552E3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6E0C-A9FE-F234-6FF1-700F26723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DDE4-2B78-E4EB-A02E-4847F6D98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B3B8F-059B-84DC-D2D8-8973C1CCC1F1}"/>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074739FD-08DA-5411-5714-1F1048F2A4F7}"/>
              </a:ext>
            </a:extLst>
          </p:cNvPr>
          <p:cNvSpPr>
            <a:spLocks noGrp="1"/>
          </p:cNvSpPr>
          <p:nvPr>
            <p:ph type="sldNum" sz="quarter" idx="10"/>
          </p:nvPr>
        </p:nvSpPr>
        <p:spPr/>
        <p:txBody>
          <a:bodyPr/>
          <a:lstStyle/>
          <a:p>
            <a:fld id="{46467D57-D457-4EAE-BF4F-2FDE0C552E3A}" type="slidenum">
              <a:rPr lang="en-US" smtClean="0"/>
              <a:pPr/>
              <a:t>3</a:t>
            </a:fld>
            <a:endParaRPr lang="en-US"/>
          </a:p>
        </p:txBody>
      </p:sp>
    </p:spTree>
    <p:extLst>
      <p:ext uri="{BB962C8B-B14F-4D97-AF65-F5344CB8AC3E}">
        <p14:creationId xmlns:p14="http://schemas.microsoft.com/office/powerpoint/2010/main" val="420877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BBAF-64AE-D5A1-BFCB-A919559A5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D5FD6-E839-9BCF-53E5-4AD4DC317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8F7C6-0FA6-BA01-AFD8-FBE8F53729F3}"/>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DA8A2982-39AC-E6F0-9698-8C6F03DFCC2F}"/>
              </a:ext>
            </a:extLst>
          </p:cNvPr>
          <p:cNvSpPr>
            <a:spLocks noGrp="1"/>
          </p:cNvSpPr>
          <p:nvPr>
            <p:ph type="sldNum" sz="quarter" idx="10"/>
          </p:nvPr>
        </p:nvSpPr>
        <p:spPr/>
        <p:txBody>
          <a:bodyPr/>
          <a:lstStyle/>
          <a:p>
            <a:fld id="{46467D57-D457-4EAE-BF4F-2FDE0C552E3A}" type="slidenum">
              <a:rPr lang="en-US" smtClean="0"/>
              <a:pPr/>
              <a:t>4</a:t>
            </a:fld>
            <a:endParaRPr lang="en-US"/>
          </a:p>
        </p:txBody>
      </p:sp>
    </p:spTree>
    <p:extLst>
      <p:ext uri="{BB962C8B-B14F-4D97-AF65-F5344CB8AC3E}">
        <p14:creationId xmlns:p14="http://schemas.microsoft.com/office/powerpoint/2010/main" val="2016947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C4E7-42F1-AA82-117D-F32B85A30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690ED-7629-6F75-40A9-E418DFE20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28E1-E932-A398-7953-17DA04681AF4}"/>
              </a:ext>
            </a:extLst>
          </p:cNvPr>
          <p:cNvSpPr>
            <a:spLocks noGrp="1"/>
          </p:cNvSpPr>
          <p:nvPr>
            <p:ph type="body" idx="1"/>
          </p:nvPr>
        </p:nvSpPr>
        <p:spPr/>
        <p:txBody>
          <a:bodyPr>
            <a:normAutofit/>
          </a:bodyPr>
          <a:lstStyle/>
          <a:p>
            <a:r>
              <a:rPr lang="en-US" b="1" i="0" dirty="0">
                <a:solidFill>
                  <a:srgbClr val="444444"/>
                </a:solidFill>
                <a:effectLst/>
                <a:latin typeface="Titillium"/>
              </a:rPr>
              <a:t>1. Push( ):</a:t>
            </a:r>
            <a:r>
              <a:rPr lang="en-US" b="0" i="0" dirty="0">
                <a:solidFill>
                  <a:srgbClr val="444444"/>
                </a:solidFill>
                <a:effectLst/>
                <a:latin typeface="Titillium"/>
              </a:rPr>
              <a:t> Inserting an element is defined as Push( ) operation in stack.</a:t>
            </a:r>
            <a:br>
              <a:rPr lang="en-US" dirty="0"/>
            </a:br>
            <a:r>
              <a:rPr lang="en-US" b="1" i="0" dirty="0">
                <a:solidFill>
                  <a:srgbClr val="444444"/>
                </a:solidFill>
                <a:effectLst/>
                <a:latin typeface="Titillium"/>
              </a:rPr>
              <a:t>2. </a:t>
            </a:r>
            <a:r>
              <a:rPr lang="en-US" b="1" i="0" dirty="0" err="1">
                <a:solidFill>
                  <a:srgbClr val="444444"/>
                </a:solidFill>
                <a:effectLst/>
                <a:latin typeface="Titillium"/>
              </a:rPr>
              <a:t>Popl</a:t>
            </a:r>
            <a:r>
              <a:rPr lang="en-US" b="1" i="0" dirty="0">
                <a:solidFill>
                  <a:srgbClr val="444444"/>
                </a:solidFill>
                <a:effectLst/>
                <a:latin typeface="Titillium"/>
              </a:rPr>
              <a:t>( ):</a:t>
            </a:r>
            <a:r>
              <a:rPr lang="en-US" b="0" i="0" dirty="0">
                <a:solidFill>
                  <a:srgbClr val="444444"/>
                </a:solidFill>
                <a:effectLst/>
                <a:latin typeface="Titillium"/>
              </a:rPr>
              <a:t> This operation deletes elements from the stack.</a:t>
            </a:r>
            <a:br>
              <a:rPr lang="en-US" dirty="0"/>
            </a:br>
            <a:r>
              <a:rPr lang="en-US" b="1" i="0" dirty="0">
                <a:solidFill>
                  <a:srgbClr val="444444"/>
                </a:solidFill>
                <a:effectLst/>
                <a:latin typeface="Titillium"/>
              </a:rPr>
              <a:t>3. </a:t>
            </a:r>
            <a:r>
              <a:rPr lang="en-US" b="1" i="0" dirty="0" err="1">
                <a:solidFill>
                  <a:srgbClr val="444444"/>
                </a:solidFill>
                <a:effectLst/>
                <a:latin typeface="Titillium"/>
              </a:rPr>
              <a:t>IsEmpty</a:t>
            </a:r>
            <a:r>
              <a:rPr lang="en-US" b="1" i="0" dirty="0">
                <a:solidFill>
                  <a:srgbClr val="444444"/>
                </a:solidFill>
                <a:effectLst/>
                <a:latin typeface="Titillium"/>
              </a:rPr>
              <a:t>( ):</a:t>
            </a:r>
            <a:r>
              <a:rPr lang="en-US" b="0" i="0" dirty="0">
                <a:solidFill>
                  <a:srgbClr val="444444"/>
                </a:solidFill>
                <a:effectLst/>
                <a:latin typeface="Titillium"/>
              </a:rPr>
              <a:t> It checks whether the stack is empty or not. It returns either true or false.</a:t>
            </a:r>
            <a:br>
              <a:rPr lang="en-US" dirty="0"/>
            </a:br>
            <a:r>
              <a:rPr lang="en-US" b="1" i="0" dirty="0">
                <a:solidFill>
                  <a:srgbClr val="444444"/>
                </a:solidFill>
                <a:effectLst/>
                <a:latin typeface="Titillium"/>
              </a:rPr>
              <a:t>4. </a:t>
            </a:r>
            <a:r>
              <a:rPr lang="en-US" b="1" i="0" dirty="0" err="1">
                <a:solidFill>
                  <a:srgbClr val="444444"/>
                </a:solidFill>
                <a:effectLst/>
                <a:latin typeface="Titillium"/>
              </a:rPr>
              <a:t>IsFull</a:t>
            </a:r>
            <a:r>
              <a:rPr lang="en-US" b="1" i="0" dirty="0">
                <a:solidFill>
                  <a:srgbClr val="444444"/>
                </a:solidFill>
                <a:effectLst/>
                <a:latin typeface="Titillium"/>
              </a:rPr>
              <a:t>( ):</a:t>
            </a:r>
            <a:r>
              <a:rPr lang="en-US" b="0" i="0" dirty="0">
                <a:solidFill>
                  <a:srgbClr val="444444"/>
                </a:solidFill>
                <a:effectLst/>
                <a:latin typeface="Titillium"/>
              </a:rPr>
              <a:t> It checks whether the stack is full or not. </a:t>
            </a:r>
            <a:r>
              <a:rPr lang="en-US" b="0" i="0" dirty="0" err="1">
                <a:solidFill>
                  <a:srgbClr val="444444"/>
                </a:solidFill>
                <a:effectLst/>
                <a:latin typeface="Titillium"/>
              </a:rPr>
              <a:t>IsFull</a:t>
            </a:r>
            <a:r>
              <a:rPr lang="en-US" b="0" i="0" dirty="0">
                <a:solidFill>
                  <a:srgbClr val="444444"/>
                </a:solidFill>
                <a:effectLst/>
                <a:latin typeface="Titillium"/>
              </a:rPr>
              <a:t>( ) is checked only during actual implementation.</a:t>
            </a:r>
            <a:br>
              <a:rPr lang="en-US" dirty="0"/>
            </a:br>
            <a:r>
              <a:rPr lang="en-US" b="1" i="0" dirty="0">
                <a:solidFill>
                  <a:srgbClr val="444444"/>
                </a:solidFill>
                <a:effectLst/>
                <a:latin typeface="Titillium"/>
              </a:rPr>
              <a:t>5. peep( ):</a:t>
            </a:r>
            <a:r>
              <a:rPr lang="en-US" b="0" i="0" dirty="0">
                <a:solidFill>
                  <a:srgbClr val="444444"/>
                </a:solidFill>
                <a:effectLst/>
                <a:latin typeface="Titillium"/>
              </a:rPr>
              <a:t> This operation gives the value of the top data element of the stack without removing it.</a:t>
            </a:r>
            <a:br>
              <a:rPr lang="en-US" dirty="0"/>
            </a:br>
            <a:r>
              <a:rPr lang="en-US" b="1" i="0" dirty="0">
                <a:solidFill>
                  <a:srgbClr val="444444"/>
                </a:solidFill>
                <a:effectLst/>
                <a:latin typeface="Titillium"/>
              </a:rPr>
              <a:t>6. count( ):</a:t>
            </a:r>
            <a:r>
              <a:rPr lang="en-US" b="0" i="0" dirty="0">
                <a:solidFill>
                  <a:srgbClr val="444444"/>
                </a:solidFill>
                <a:effectLst/>
                <a:latin typeface="Titillium"/>
              </a:rPr>
              <a:t> It is used to count the number of elements in the stack.</a:t>
            </a:r>
            <a:br>
              <a:rPr lang="en-US" dirty="0"/>
            </a:br>
            <a:r>
              <a:rPr lang="en-US" b="1" i="0" dirty="0">
                <a:solidFill>
                  <a:srgbClr val="444444"/>
                </a:solidFill>
                <a:effectLst/>
                <a:latin typeface="Titillium"/>
              </a:rPr>
              <a:t>7. change( ):</a:t>
            </a:r>
            <a:r>
              <a:rPr lang="en-US" b="0" i="0" dirty="0">
                <a:solidFill>
                  <a:srgbClr val="444444"/>
                </a:solidFill>
                <a:effectLst/>
                <a:latin typeface="Titillium"/>
              </a:rPr>
              <a:t> This operation is used to change the element at the given position.</a:t>
            </a:r>
            <a:br>
              <a:rPr lang="en-US" dirty="0"/>
            </a:br>
            <a:r>
              <a:rPr lang="en-US" b="1" i="0" dirty="0">
                <a:solidFill>
                  <a:srgbClr val="444444"/>
                </a:solidFill>
                <a:effectLst/>
                <a:latin typeface="Titillium"/>
              </a:rPr>
              <a:t>8. display( ):</a:t>
            </a:r>
            <a:r>
              <a:rPr lang="en-US" b="0" i="0" dirty="0">
                <a:solidFill>
                  <a:srgbClr val="444444"/>
                </a:solidFill>
                <a:effectLst/>
                <a:latin typeface="Titillium"/>
              </a:rPr>
              <a:t> It displays/prints the elements of the stack</a:t>
            </a:r>
            <a:endParaRPr lang="en-IN" dirty="0"/>
          </a:p>
        </p:txBody>
      </p:sp>
      <p:sp>
        <p:nvSpPr>
          <p:cNvPr id="4" name="Slide Number Placeholder 3">
            <a:extLst>
              <a:ext uri="{FF2B5EF4-FFF2-40B4-BE49-F238E27FC236}">
                <a16:creationId xmlns:a16="http://schemas.microsoft.com/office/drawing/2014/main" id="{B28B27B3-8EEC-E7DC-F8C8-DAD18A121F7C}"/>
              </a:ext>
            </a:extLst>
          </p:cNvPr>
          <p:cNvSpPr>
            <a:spLocks noGrp="1"/>
          </p:cNvSpPr>
          <p:nvPr>
            <p:ph type="sldNum" sz="quarter" idx="10"/>
          </p:nvPr>
        </p:nvSpPr>
        <p:spPr/>
        <p:txBody>
          <a:bodyPr/>
          <a:lstStyle/>
          <a:p>
            <a:fld id="{46467D57-D457-4EAE-BF4F-2FDE0C552E3A}" type="slidenum">
              <a:rPr lang="en-US" smtClean="0"/>
              <a:pPr/>
              <a:t>5</a:t>
            </a:fld>
            <a:endParaRPr lang="en-US"/>
          </a:p>
        </p:txBody>
      </p:sp>
    </p:spTree>
    <p:extLst>
      <p:ext uri="{BB962C8B-B14F-4D97-AF65-F5344CB8AC3E}">
        <p14:creationId xmlns:p14="http://schemas.microsoft.com/office/powerpoint/2010/main" val="1297929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50F92-6D50-A953-8E6B-A8914537B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BB710-D082-4B5E-2A62-774C33702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55166-2718-80AB-BED7-33820E7E1CC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67D91AE8-6511-86D9-702B-AC210FD76E2B}"/>
              </a:ext>
            </a:extLst>
          </p:cNvPr>
          <p:cNvSpPr>
            <a:spLocks noGrp="1"/>
          </p:cNvSpPr>
          <p:nvPr>
            <p:ph type="sldNum" sz="quarter" idx="10"/>
          </p:nvPr>
        </p:nvSpPr>
        <p:spPr/>
        <p:txBody>
          <a:bodyPr/>
          <a:lstStyle/>
          <a:p>
            <a:fld id="{46467D57-D457-4EAE-BF4F-2FDE0C552E3A}" type="slidenum">
              <a:rPr lang="en-US" smtClean="0"/>
              <a:pPr/>
              <a:t>6</a:t>
            </a:fld>
            <a:endParaRPr lang="en-US"/>
          </a:p>
        </p:txBody>
      </p:sp>
    </p:spTree>
    <p:extLst>
      <p:ext uri="{BB962C8B-B14F-4D97-AF65-F5344CB8AC3E}">
        <p14:creationId xmlns:p14="http://schemas.microsoft.com/office/powerpoint/2010/main" val="173865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CA16-E3D8-DF18-B79E-0B914A074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AFC94-F4DF-FEF9-8967-D61E2FF3C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6D2C2-49EB-D4DC-BF01-0FC5AA321083}"/>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A9E3A1EC-8A81-F9BC-21AF-9DD5553D8753}"/>
              </a:ext>
            </a:extLst>
          </p:cNvPr>
          <p:cNvSpPr>
            <a:spLocks noGrp="1"/>
          </p:cNvSpPr>
          <p:nvPr>
            <p:ph type="sldNum" sz="quarter" idx="10"/>
          </p:nvPr>
        </p:nvSpPr>
        <p:spPr/>
        <p:txBody>
          <a:bodyPr/>
          <a:lstStyle/>
          <a:p>
            <a:fld id="{46467D57-D457-4EAE-BF4F-2FDE0C552E3A}" type="slidenum">
              <a:rPr lang="en-US" smtClean="0"/>
              <a:pPr/>
              <a:t>7</a:t>
            </a:fld>
            <a:endParaRPr lang="en-US"/>
          </a:p>
        </p:txBody>
      </p:sp>
    </p:spTree>
    <p:extLst>
      <p:ext uri="{BB962C8B-B14F-4D97-AF65-F5344CB8AC3E}">
        <p14:creationId xmlns:p14="http://schemas.microsoft.com/office/powerpoint/2010/main" val="3971615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2FB2-2239-1B49-2FA4-FCE156DC0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F4266-90D1-4A19-D0AE-AF6AC0807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CAF44-592F-6FE7-6648-8BE4F7BB2D2C}"/>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1. The first step is to check whether the stack is empty or not.</a:t>
            </a:r>
          </a:p>
          <a:p>
            <a:pPr fontAlgn="base"/>
            <a:r>
              <a:rPr lang="en-US" sz="1200" b="0" i="0" kern="1200" dirty="0">
                <a:solidFill>
                  <a:schemeClr val="tx1"/>
                </a:solidFill>
                <a:effectLst/>
                <a:latin typeface="+mn-lt"/>
                <a:ea typeface="+mn-ea"/>
                <a:cs typeface="+mn-cs"/>
              </a:rPr>
              <a:t>2. If the stack is already empty, we cannot remove any element from it. So, we will return an underflow error.</a:t>
            </a:r>
          </a:p>
          <a:p>
            <a:pPr fontAlgn="base"/>
            <a:r>
              <a:rPr lang="en-US" sz="1200" b="0" i="0" kern="1200" dirty="0">
                <a:solidFill>
                  <a:schemeClr val="tx1"/>
                </a:solidFill>
                <a:effectLst/>
                <a:latin typeface="+mn-lt"/>
                <a:ea typeface="+mn-ea"/>
                <a:cs typeface="+mn-cs"/>
              </a:rPr>
              <a:t>3. If the stack is not empty, remove the topmost element of the stack.</a:t>
            </a:r>
          </a:p>
          <a:p>
            <a:pPr fontAlgn="base"/>
            <a:r>
              <a:rPr lang="en-US" sz="1200" b="0" i="0" kern="1200" dirty="0">
                <a:solidFill>
                  <a:schemeClr val="tx1"/>
                </a:solidFill>
                <a:effectLst/>
                <a:latin typeface="+mn-lt"/>
                <a:ea typeface="+mn-ea"/>
                <a:cs typeface="+mn-cs"/>
              </a:rPr>
              <a:t>4. Decrement the position of ‘top’ by 1 and return.</a:t>
            </a:r>
          </a:p>
        </p:txBody>
      </p:sp>
      <p:sp>
        <p:nvSpPr>
          <p:cNvPr id="4" name="Slide Number Placeholder 3">
            <a:extLst>
              <a:ext uri="{FF2B5EF4-FFF2-40B4-BE49-F238E27FC236}">
                <a16:creationId xmlns:a16="http://schemas.microsoft.com/office/drawing/2014/main" id="{EE847291-A8E7-43F3-540F-CFD7762DD089}"/>
              </a:ext>
            </a:extLst>
          </p:cNvPr>
          <p:cNvSpPr>
            <a:spLocks noGrp="1"/>
          </p:cNvSpPr>
          <p:nvPr>
            <p:ph type="sldNum" sz="quarter" idx="10"/>
          </p:nvPr>
        </p:nvSpPr>
        <p:spPr/>
        <p:txBody>
          <a:bodyPr/>
          <a:lstStyle/>
          <a:p>
            <a:fld id="{46467D57-D457-4EAE-BF4F-2FDE0C552E3A}" type="slidenum">
              <a:rPr lang="en-US" smtClean="0"/>
              <a:pPr/>
              <a:t>8</a:t>
            </a:fld>
            <a:endParaRPr lang="en-US"/>
          </a:p>
        </p:txBody>
      </p:sp>
    </p:spTree>
    <p:extLst>
      <p:ext uri="{BB962C8B-B14F-4D97-AF65-F5344CB8AC3E}">
        <p14:creationId xmlns:p14="http://schemas.microsoft.com/office/powerpoint/2010/main" val="2250005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9942-CC06-6623-22F2-9C16DDAF3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4DD88-0373-63A1-7751-7FDE7D936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67520-9658-ADC1-1CE3-BFFCE1A7AEB2}"/>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1. The first step is to check whether the stack is empty or not.</a:t>
            </a:r>
          </a:p>
          <a:p>
            <a:pPr fontAlgn="base"/>
            <a:r>
              <a:rPr lang="en-US" sz="1200" b="0" i="0" kern="1200" dirty="0">
                <a:solidFill>
                  <a:schemeClr val="tx1"/>
                </a:solidFill>
                <a:effectLst/>
                <a:latin typeface="+mn-lt"/>
                <a:ea typeface="+mn-ea"/>
                <a:cs typeface="+mn-cs"/>
              </a:rPr>
              <a:t>2. If the stack is already empty, we cannot remove any element from it. So, we will return an underflow error.</a:t>
            </a:r>
          </a:p>
          <a:p>
            <a:pPr fontAlgn="base"/>
            <a:r>
              <a:rPr lang="en-US" sz="1200" b="0" i="0" kern="1200" dirty="0">
                <a:solidFill>
                  <a:schemeClr val="tx1"/>
                </a:solidFill>
                <a:effectLst/>
                <a:latin typeface="+mn-lt"/>
                <a:ea typeface="+mn-ea"/>
                <a:cs typeface="+mn-cs"/>
              </a:rPr>
              <a:t>3. If the stack is not empty, remove the topmost element of the stack.</a:t>
            </a:r>
          </a:p>
          <a:p>
            <a:pPr fontAlgn="base"/>
            <a:r>
              <a:rPr lang="en-US" sz="1200" b="0" i="0" kern="1200" dirty="0">
                <a:solidFill>
                  <a:schemeClr val="tx1"/>
                </a:solidFill>
                <a:effectLst/>
                <a:latin typeface="+mn-lt"/>
                <a:ea typeface="+mn-ea"/>
                <a:cs typeface="+mn-cs"/>
              </a:rPr>
              <a:t>4. Decrement the position of ‘top’ by 1 and return.</a:t>
            </a:r>
          </a:p>
        </p:txBody>
      </p:sp>
      <p:sp>
        <p:nvSpPr>
          <p:cNvPr id="4" name="Slide Number Placeholder 3">
            <a:extLst>
              <a:ext uri="{FF2B5EF4-FFF2-40B4-BE49-F238E27FC236}">
                <a16:creationId xmlns:a16="http://schemas.microsoft.com/office/drawing/2014/main" id="{73FA98A4-2C20-5CE3-6883-27219BC41A68}"/>
              </a:ext>
            </a:extLst>
          </p:cNvPr>
          <p:cNvSpPr>
            <a:spLocks noGrp="1"/>
          </p:cNvSpPr>
          <p:nvPr>
            <p:ph type="sldNum" sz="quarter" idx="10"/>
          </p:nvPr>
        </p:nvSpPr>
        <p:spPr/>
        <p:txBody>
          <a:bodyPr/>
          <a:lstStyle/>
          <a:p>
            <a:fld id="{46467D57-D457-4EAE-BF4F-2FDE0C552E3A}" type="slidenum">
              <a:rPr lang="en-US" smtClean="0"/>
              <a:pPr/>
              <a:t>9</a:t>
            </a:fld>
            <a:endParaRPr lang="en-US"/>
          </a:p>
        </p:txBody>
      </p:sp>
    </p:spTree>
    <p:extLst>
      <p:ext uri="{BB962C8B-B14F-4D97-AF65-F5344CB8AC3E}">
        <p14:creationId xmlns:p14="http://schemas.microsoft.com/office/powerpoint/2010/main" val="4145371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C879-3EA8-E5BB-A3EE-4AF5C12E5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1269C-2B19-02E3-48E7-87BA16A4D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1DC7B-BAF1-7B82-A6F0-F3C5A6B3615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06F58A74-A7ED-6186-A4AA-9C2856F16B62}"/>
              </a:ext>
            </a:extLst>
          </p:cNvPr>
          <p:cNvSpPr>
            <a:spLocks noGrp="1"/>
          </p:cNvSpPr>
          <p:nvPr>
            <p:ph type="sldNum" sz="quarter" idx="10"/>
          </p:nvPr>
        </p:nvSpPr>
        <p:spPr/>
        <p:txBody>
          <a:bodyPr/>
          <a:lstStyle/>
          <a:p>
            <a:fld id="{46467D57-D457-4EAE-BF4F-2FDE0C552E3A}" type="slidenum">
              <a:rPr lang="en-US" smtClean="0"/>
              <a:pPr/>
              <a:t>10</a:t>
            </a:fld>
            <a:endParaRPr lang="en-US"/>
          </a:p>
        </p:txBody>
      </p:sp>
    </p:spTree>
    <p:extLst>
      <p:ext uri="{BB962C8B-B14F-4D97-AF65-F5344CB8AC3E}">
        <p14:creationId xmlns:p14="http://schemas.microsoft.com/office/powerpoint/2010/main" val="3781073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61B0F-62A0-8A09-7ED1-BAFE72F77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F4E83-4531-D66D-1E05-6863B3C0E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4C481-D5DB-9006-AB69-7043CF032C50}"/>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A1842272-B5A0-DE13-50DE-A624A1A1728D}"/>
              </a:ext>
            </a:extLst>
          </p:cNvPr>
          <p:cNvSpPr>
            <a:spLocks noGrp="1"/>
          </p:cNvSpPr>
          <p:nvPr>
            <p:ph type="sldNum" sz="quarter" idx="10"/>
          </p:nvPr>
        </p:nvSpPr>
        <p:spPr/>
        <p:txBody>
          <a:bodyPr/>
          <a:lstStyle/>
          <a:p>
            <a:fld id="{46467D57-D457-4EAE-BF4F-2FDE0C552E3A}" type="slidenum">
              <a:rPr lang="en-US" smtClean="0"/>
              <a:pPr/>
              <a:t>11</a:t>
            </a:fld>
            <a:endParaRPr lang="en-US"/>
          </a:p>
        </p:txBody>
      </p:sp>
    </p:spTree>
    <p:extLst>
      <p:ext uri="{BB962C8B-B14F-4D97-AF65-F5344CB8AC3E}">
        <p14:creationId xmlns:p14="http://schemas.microsoft.com/office/powerpoint/2010/main" val="4184684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5ACC-ACB0-80AC-2EB6-CE19A203A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8FB24-F8E7-E46E-E3F4-2F47E07FB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E5411-2E91-F0A9-E625-BC18F062BCDB}"/>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FFD86069-C4AE-0214-0376-0E378C836BEC}"/>
              </a:ext>
            </a:extLst>
          </p:cNvPr>
          <p:cNvSpPr>
            <a:spLocks noGrp="1"/>
          </p:cNvSpPr>
          <p:nvPr>
            <p:ph type="sldNum" sz="quarter" idx="10"/>
          </p:nvPr>
        </p:nvSpPr>
        <p:spPr/>
        <p:txBody>
          <a:bodyPr/>
          <a:lstStyle/>
          <a:p>
            <a:fld id="{46467D57-D457-4EAE-BF4F-2FDE0C552E3A}" type="slidenum">
              <a:rPr lang="en-US" smtClean="0"/>
              <a:pPr/>
              <a:t>12</a:t>
            </a:fld>
            <a:endParaRPr lang="en-US"/>
          </a:p>
        </p:txBody>
      </p:sp>
    </p:spTree>
    <p:extLst>
      <p:ext uri="{BB962C8B-B14F-4D97-AF65-F5344CB8AC3E}">
        <p14:creationId xmlns:p14="http://schemas.microsoft.com/office/powerpoint/2010/main" val="1000359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0277A-7354-3AB7-984C-BA56E6DF8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B48EB-2359-A424-F104-0973482E5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68633-5F87-1B34-BB8D-848677D8B7D8}"/>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AF6FB3C7-A246-6BE2-33A5-54EB3D6A5668}"/>
              </a:ext>
            </a:extLst>
          </p:cNvPr>
          <p:cNvSpPr>
            <a:spLocks noGrp="1"/>
          </p:cNvSpPr>
          <p:nvPr>
            <p:ph type="sldNum" sz="quarter" idx="10"/>
          </p:nvPr>
        </p:nvSpPr>
        <p:spPr/>
        <p:txBody>
          <a:bodyPr/>
          <a:lstStyle/>
          <a:p>
            <a:fld id="{46467D57-D457-4EAE-BF4F-2FDE0C552E3A}" type="slidenum">
              <a:rPr lang="en-US" smtClean="0"/>
              <a:pPr/>
              <a:t>13</a:t>
            </a:fld>
            <a:endParaRPr lang="en-US"/>
          </a:p>
        </p:txBody>
      </p:sp>
    </p:spTree>
    <p:extLst>
      <p:ext uri="{BB962C8B-B14F-4D97-AF65-F5344CB8AC3E}">
        <p14:creationId xmlns:p14="http://schemas.microsoft.com/office/powerpoint/2010/main" val="83336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12E2-89E0-F9B5-B374-F5F73DA5C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F3F29-F5B7-8814-6927-C95A6431B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73865-4CF1-629F-AF6F-DE8F57518C9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65FCF09A-BC8E-9C84-A320-840DBFDE71B3}"/>
              </a:ext>
            </a:extLst>
          </p:cNvPr>
          <p:cNvSpPr>
            <a:spLocks noGrp="1"/>
          </p:cNvSpPr>
          <p:nvPr>
            <p:ph type="sldNum" sz="quarter" idx="10"/>
          </p:nvPr>
        </p:nvSpPr>
        <p:spPr/>
        <p:txBody>
          <a:bodyPr/>
          <a:lstStyle/>
          <a:p>
            <a:fld id="{46467D57-D457-4EAE-BF4F-2FDE0C552E3A}" type="slidenum">
              <a:rPr lang="en-US" smtClean="0"/>
              <a:pPr/>
              <a:t>14</a:t>
            </a:fld>
            <a:endParaRPr lang="en-US"/>
          </a:p>
        </p:txBody>
      </p:sp>
    </p:spTree>
    <p:extLst>
      <p:ext uri="{BB962C8B-B14F-4D97-AF65-F5344CB8AC3E}">
        <p14:creationId xmlns:p14="http://schemas.microsoft.com/office/powerpoint/2010/main" val="4073038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AC6D-F475-F0FD-F1A6-13337C111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A3CA8-516D-6125-F07A-4DD5FA5CC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B9AF4-8078-58D7-25FF-CE1612E1F970}"/>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710D8F43-6402-9F5B-476D-64A15780BB5C}"/>
              </a:ext>
            </a:extLst>
          </p:cNvPr>
          <p:cNvSpPr>
            <a:spLocks noGrp="1"/>
          </p:cNvSpPr>
          <p:nvPr>
            <p:ph type="sldNum" sz="quarter" idx="10"/>
          </p:nvPr>
        </p:nvSpPr>
        <p:spPr/>
        <p:txBody>
          <a:bodyPr/>
          <a:lstStyle/>
          <a:p>
            <a:fld id="{46467D57-D457-4EAE-BF4F-2FDE0C552E3A}" type="slidenum">
              <a:rPr lang="en-US" smtClean="0"/>
              <a:pPr/>
              <a:t>15</a:t>
            </a:fld>
            <a:endParaRPr lang="en-US"/>
          </a:p>
        </p:txBody>
      </p:sp>
    </p:spTree>
    <p:extLst>
      <p:ext uri="{BB962C8B-B14F-4D97-AF65-F5344CB8AC3E}">
        <p14:creationId xmlns:p14="http://schemas.microsoft.com/office/powerpoint/2010/main" val="2612807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718E-FC59-D2FE-AFFB-E83CA58EA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A3A2E-D2BB-8A95-7E98-F39563BD8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93585-F742-8EAD-756E-B7990592CD7D}"/>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3C954079-B0AF-99C8-2702-0D9FD79AFE06}"/>
              </a:ext>
            </a:extLst>
          </p:cNvPr>
          <p:cNvSpPr>
            <a:spLocks noGrp="1"/>
          </p:cNvSpPr>
          <p:nvPr>
            <p:ph type="sldNum" sz="quarter" idx="10"/>
          </p:nvPr>
        </p:nvSpPr>
        <p:spPr/>
        <p:txBody>
          <a:bodyPr/>
          <a:lstStyle/>
          <a:p>
            <a:fld id="{46467D57-D457-4EAE-BF4F-2FDE0C552E3A}" type="slidenum">
              <a:rPr lang="en-US" smtClean="0"/>
              <a:pPr/>
              <a:t>16</a:t>
            </a:fld>
            <a:endParaRPr lang="en-US"/>
          </a:p>
        </p:txBody>
      </p:sp>
    </p:spTree>
    <p:extLst>
      <p:ext uri="{BB962C8B-B14F-4D97-AF65-F5344CB8AC3E}">
        <p14:creationId xmlns:p14="http://schemas.microsoft.com/office/powerpoint/2010/main" val="97556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50C6-651D-5CCB-AD48-0E2C30F4B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ED2A3-C061-3E2A-279A-75BF89D6E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FBC83-1984-7AD1-99F6-EE9379B71381}"/>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E72719B5-5344-6543-6600-B0C76DD6D954}"/>
              </a:ext>
            </a:extLst>
          </p:cNvPr>
          <p:cNvSpPr>
            <a:spLocks noGrp="1"/>
          </p:cNvSpPr>
          <p:nvPr>
            <p:ph type="sldNum" sz="quarter" idx="10"/>
          </p:nvPr>
        </p:nvSpPr>
        <p:spPr/>
        <p:txBody>
          <a:bodyPr/>
          <a:lstStyle/>
          <a:p>
            <a:fld id="{46467D57-D457-4EAE-BF4F-2FDE0C552E3A}" type="slidenum">
              <a:rPr lang="en-US" smtClean="0"/>
              <a:pPr/>
              <a:t>17</a:t>
            </a:fld>
            <a:endParaRPr lang="en-US"/>
          </a:p>
        </p:txBody>
      </p:sp>
    </p:spTree>
    <p:extLst>
      <p:ext uri="{BB962C8B-B14F-4D97-AF65-F5344CB8AC3E}">
        <p14:creationId xmlns:p14="http://schemas.microsoft.com/office/powerpoint/2010/main" val="2751630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6E49C-0EB1-B329-217F-458864A63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B7115-746D-0B14-EF0E-12F7C2828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1F914-CE8A-EEFC-6238-E1C8E71ED9A4}"/>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43920D4C-21EF-C3AA-A91E-07968DD3C435}"/>
              </a:ext>
            </a:extLst>
          </p:cNvPr>
          <p:cNvSpPr>
            <a:spLocks noGrp="1"/>
          </p:cNvSpPr>
          <p:nvPr>
            <p:ph type="sldNum" sz="quarter" idx="10"/>
          </p:nvPr>
        </p:nvSpPr>
        <p:spPr/>
        <p:txBody>
          <a:bodyPr/>
          <a:lstStyle/>
          <a:p>
            <a:fld id="{46467D57-D457-4EAE-BF4F-2FDE0C552E3A}" type="slidenum">
              <a:rPr lang="en-US" smtClean="0"/>
              <a:pPr/>
              <a:t>18</a:t>
            </a:fld>
            <a:endParaRPr lang="en-US"/>
          </a:p>
        </p:txBody>
      </p:sp>
    </p:spTree>
    <p:extLst>
      <p:ext uri="{BB962C8B-B14F-4D97-AF65-F5344CB8AC3E}">
        <p14:creationId xmlns:p14="http://schemas.microsoft.com/office/powerpoint/2010/main" val="990212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FCFF-B708-DAEA-5114-262F2A362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5313A-B342-7BEB-32A5-E27C546C7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DC827-63E2-8E5A-77DB-DE0F9FAC859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616654FA-5A3F-706B-75C4-50C3C9304521}"/>
              </a:ext>
            </a:extLst>
          </p:cNvPr>
          <p:cNvSpPr>
            <a:spLocks noGrp="1"/>
          </p:cNvSpPr>
          <p:nvPr>
            <p:ph type="sldNum" sz="quarter" idx="10"/>
          </p:nvPr>
        </p:nvSpPr>
        <p:spPr/>
        <p:txBody>
          <a:bodyPr/>
          <a:lstStyle/>
          <a:p>
            <a:fld id="{46467D57-D457-4EAE-BF4F-2FDE0C552E3A}" type="slidenum">
              <a:rPr lang="en-US" smtClean="0"/>
              <a:pPr/>
              <a:t>19</a:t>
            </a:fld>
            <a:endParaRPr lang="en-US"/>
          </a:p>
        </p:txBody>
      </p:sp>
    </p:spTree>
    <p:extLst>
      <p:ext uri="{BB962C8B-B14F-4D97-AF65-F5344CB8AC3E}">
        <p14:creationId xmlns:p14="http://schemas.microsoft.com/office/powerpoint/2010/main" val="1955796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E15A-8ED6-8531-ACA3-5CE122589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7DFD0-D83B-EBC4-CEFB-E8BCBC290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29BF-34AB-6B7C-2221-C7471337782A}"/>
              </a:ext>
            </a:extLst>
          </p:cNvPr>
          <p:cNvSpPr>
            <a:spLocks noGrp="1"/>
          </p:cNvSpPr>
          <p:nvPr>
            <p:ph type="dt" sz="half" idx="10"/>
          </p:nvPr>
        </p:nvSpPr>
        <p:spPr/>
        <p:txBody>
          <a:bodyPr/>
          <a:lstStyle/>
          <a:p>
            <a:fld id="{16629E6E-63F9-4FC7-8CFE-B57C7A78BC4B}" type="datetime1">
              <a:rPr lang="en-US" smtClean="0"/>
              <a:pPr/>
              <a:t>9/17/2025</a:t>
            </a:fld>
            <a:endParaRPr lang="en-US"/>
          </a:p>
        </p:txBody>
      </p:sp>
      <p:sp>
        <p:nvSpPr>
          <p:cNvPr id="5" name="Footer Placeholder 4">
            <a:extLst>
              <a:ext uri="{FF2B5EF4-FFF2-40B4-BE49-F238E27FC236}">
                <a16:creationId xmlns:a16="http://schemas.microsoft.com/office/drawing/2014/main" id="{A755F78E-7794-F036-28F3-88211ACDB6DF}"/>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81A43C1D-8CA2-9094-5D87-C15A9973260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41688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9628-5864-D26E-C525-65E3E5B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47314-70E0-2292-24E3-AB5D75A3E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846E-FBFF-1E2E-99A4-BE0E4E060CB2}"/>
              </a:ext>
            </a:extLst>
          </p:cNvPr>
          <p:cNvSpPr>
            <a:spLocks noGrp="1"/>
          </p:cNvSpPr>
          <p:nvPr>
            <p:ph type="dt" sz="half" idx="10"/>
          </p:nvPr>
        </p:nvSpPr>
        <p:spPr/>
        <p:txBody>
          <a:bodyPr/>
          <a:lstStyle/>
          <a:p>
            <a:fld id="{66EB0818-8EE1-434A-BBF0-6B5B0F8B399A}" type="datetime1">
              <a:rPr lang="en-US" smtClean="0"/>
              <a:pPr/>
              <a:t>9/17/2025</a:t>
            </a:fld>
            <a:endParaRPr lang="en-US"/>
          </a:p>
        </p:txBody>
      </p:sp>
      <p:sp>
        <p:nvSpPr>
          <p:cNvPr id="5" name="Footer Placeholder 4">
            <a:extLst>
              <a:ext uri="{FF2B5EF4-FFF2-40B4-BE49-F238E27FC236}">
                <a16:creationId xmlns:a16="http://schemas.microsoft.com/office/drawing/2014/main" id="{2194DED9-C0B4-116E-2505-1DBDB66A1F93}"/>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D09532EF-85F9-6967-DAF1-FD8F565314F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838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4261-5AB7-0C17-0691-FAC080764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B323B7-BFB6-CB47-54A2-D9047A013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65AF4-438B-B3E9-E401-90F0D5C068FB}"/>
              </a:ext>
            </a:extLst>
          </p:cNvPr>
          <p:cNvSpPr>
            <a:spLocks noGrp="1"/>
          </p:cNvSpPr>
          <p:nvPr>
            <p:ph type="dt" sz="half" idx="10"/>
          </p:nvPr>
        </p:nvSpPr>
        <p:spPr/>
        <p:txBody>
          <a:bodyPr/>
          <a:lstStyle/>
          <a:p>
            <a:fld id="{2CD5A798-9A3B-4036-954B-2D9430223118}" type="datetime1">
              <a:rPr lang="en-US" smtClean="0"/>
              <a:pPr/>
              <a:t>9/17/2025</a:t>
            </a:fld>
            <a:endParaRPr lang="en-US"/>
          </a:p>
        </p:txBody>
      </p:sp>
      <p:sp>
        <p:nvSpPr>
          <p:cNvPr id="5" name="Footer Placeholder 4">
            <a:extLst>
              <a:ext uri="{FF2B5EF4-FFF2-40B4-BE49-F238E27FC236}">
                <a16:creationId xmlns:a16="http://schemas.microsoft.com/office/drawing/2014/main" id="{74F9C8DE-9A32-A5C0-0E13-05A74F3820C8}"/>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BD8E43D-0D9C-7B2E-C87D-4680F225F552}"/>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3534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2B64-C63E-44E9-2506-8D19BCE1D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52EBF-C5BF-83EF-F061-70599F4F7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F7818-064D-B14D-C27C-DBFF56D9C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98F46-BD53-3CDC-1C65-41CC5EC54929}"/>
              </a:ext>
            </a:extLst>
          </p:cNvPr>
          <p:cNvSpPr>
            <a:spLocks noGrp="1"/>
          </p:cNvSpPr>
          <p:nvPr>
            <p:ph type="dt" sz="half" idx="10"/>
          </p:nvPr>
        </p:nvSpPr>
        <p:spPr/>
        <p:txBody>
          <a:bodyPr/>
          <a:lstStyle/>
          <a:p>
            <a:fld id="{382AF325-7C2A-41C0-AFE6-51DB9093C165}" type="datetime1">
              <a:rPr lang="en-US" smtClean="0"/>
              <a:pPr/>
              <a:t>9/17/2025</a:t>
            </a:fld>
            <a:endParaRPr lang="en-US"/>
          </a:p>
        </p:txBody>
      </p:sp>
      <p:sp>
        <p:nvSpPr>
          <p:cNvPr id="6" name="Footer Placeholder 5">
            <a:extLst>
              <a:ext uri="{FF2B5EF4-FFF2-40B4-BE49-F238E27FC236}">
                <a16:creationId xmlns:a16="http://schemas.microsoft.com/office/drawing/2014/main" id="{20A5A4F0-E8D7-9512-2938-CC32A1098AB5}"/>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9D68909C-21EB-59DF-39FF-210F6306EE3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6466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6C29-DA86-6F21-8709-CCB3B9486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F9C9AC-3485-C255-51FE-BF2807C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4E693-EB5D-0123-AE87-7BEAA5F8D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2530E-CA4A-F62C-C8E7-7A271E23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A2CC-C818-7B55-C1D7-E81B96CA0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ADFDB-C373-CB11-8A66-84DE595DA065}"/>
              </a:ext>
            </a:extLst>
          </p:cNvPr>
          <p:cNvSpPr>
            <a:spLocks noGrp="1"/>
          </p:cNvSpPr>
          <p:nvPr>
            <p:ph type="dt" sz="half" idx="10"/>
          </p:nvPr>
        </p:nvSpPr>
        <p:spPr/>
        <p:txBody>
          <a:bodyPr/>
          <a:lstStyle/>
          <a:p>
            <a:fld id="{8707ADB4-3FD1-4E07-A2B9-98A69C71E907}" type="datetime1">
              <a:rPr lang="en-US" smtClean="0"/>
              <a:pPr/>
              <a:t>9/17/2025</a:t>
            </a:fld>
            <a:endParaRPr lang="en-US"/>
          </a:p>
        </p:txBody>
      </p:sp>
      <p:sp>
        <p:nvSpPr>
          <p:cNvPr id="8" name="Footer Placeholder 7">
            <a:extLst>
              <a:ext uri="{FF2B5EF4-FFF2-40B4-BE49-F238E27FC236}">
                <a16:creationId xmlns:a16="http://schemas.microsoft.com/office/drawing/2014/main" id="{DBF2E257-BED6-EEE0-2F86-D12E9B4C6A8A}"/>
              </a:ext>
            </a:extLst>
          </p:cNvPr>
          <p:cNvSpPr>
            <a:spLocks noGrp="1"/>
          </p:cNvSpPr>
          <p:nvPr>
            <p:ph type="ftr" sz="quarter" idx="11"/>
          </p:nvPr>
        </p:nvSpPr>
        <p:spPr/>
        <p:txBody>
          <a:bodyPr/>
          <a:lstStyle/>
          <a:p>
            <a:r>
              <a:rPr lang="en-US"/>
              <a:t>Prof. Venkataramana Veeramsetty</a:t>
            </a:r>
          </a:p>
        </p:txBody>
      </p:sp>
      <p:sp>
        <p:nvSpPr>
          <p:cNvPr id="9" name="Slide Number Placeholder 8">
            <a:extLst>
              <a:ext uri="{FF2B5EF4-FFF2-40B4-BE49-F238E27FC236}">
                <a16:creationId xmlns:a16="http://schemas.microsoft.com/office/drawing/2014/main" id="{4846BED7-9CDB-5725-CB58-D080D33C34B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2017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BB1D-580F-5132-C23E-B9CD688EE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580E1-1188-F78F-DBDB-BD60F976B2CD}"/>
              </a:ext>
            </a:extLst>
          </p:cNvPr>
          <p:cNvSpPr>
            <a:spLocks noGrp="1"/>
          </p:cNvSpPr>
          <p:nvPr>
            <p:ph type="dt" sz="half" idx="10"/>
          </p:nvPr>
        </p:nvSpPr>
        <p:spPr/>
        <p:txBody>
          <a:bodyPr/>
          <a:lstStyle/>
          <a:p>
            <a:fld id="{0CD662F3-9D45-4AE9-AAC2-89F814DABB88}" type="datetime1">
              <a:rPr lang="en-US" smtClean="0"/>
              <a:pPr/>
              <a:t>9/17/2025</a:t>
            </a:fld>
            <a:endParaRPr lang="en-US"/>
          </a:p>
        </p:txBody>
      </p:sp>
      <p:sp>
        <p:nvSpPr>
          <p:cNvPr id="4" name="Footer Placeholder 3">
            <a:extLst>
              <a:ext uri="{FF2B5EF4-FFF2-40B4-BE49-F238E27FC236}">
                <a16:creationId xmlns:a16="http://schemas.microsoft.com/office/drawing/2014/main" id="{A13376EA-12EF-2180-D39D-32B344DD8320}"/>
              </a:ext>
            </a:extLst>
          </p:cNvPr>
          <p:cNvSpPr>
            <a:spLocks noGrp="1"/>
          </p:cNvSpPr>
          <p:nvPr>
            <p:ph type="ftr" sz="quarter" idx="11"/>
          </p:nvPr>
        </p:nvSpPr>
        <p:spPr/>
        <p:txBody>
          <a:bodyPr/>
          <a:lstStyle/>
          <a:p>
            <a:r>
              <a:rPr lang="en-US"/>
              <a:t>Prof. Venkataramana Veeramsetty</a:t>
            </a:r>
          </a:p>
        </p:txBody>
      </p:sp>
      <p:sp>
        <p:nvSpPr>
          <p:cNvPr id="5" name="Slide Number Placeholder 4">
            <a:extLst>
              <a:ext uri="{FF2B5EF4-FFF2-40B4-BE49-F238E27FC236}">
                <a16:creationId xmlns:a16="http://schemas.microsoft.com/office/drawing/2014/main" id="{590EC9DB-DCC3-B1AB-587D-7D5D1DFE032B}"/>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8307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57248-1ACE-B0B5-9242-19E7C1473CC7}"/>
              </a:ext>
            </a:extLst>
          </p:cNvPr>
          <p:cNvSpPr>
            <a:spLocks noGrp="1"/>
          </p:cNvSpPr>
          <p:nvPr>
            <p:ph type="dt" sz="half" idx="10"/>
          </p:nvPr>
        </p:nvSpPr>
        <p:spPr/>
        <p:txBody>
          <a:bodyPr/>
          <a:lstStyle/>
          <a:p>
            <a:fld id="{74086E71-A404-4C6B-BA20-EBBC64FC893D}" type="datetime1">
              <a:rPr lang="en-US" smtClean="0"/>
              <a:pPr/>
              <a:t>9/17/2025</a:t>
            </a:fld>
            <a:endParaRPr lang="en-US"/>
          </a:p>
        </p:txBody>
      </p:sp>
      <p:sp>
        <p:nvSpPr>
          <p:cNvPr id="3" name="Footer Placeholder 2">
            <a:extLst>
              <a:ext uri="{FF2B5EF4-FFF2-40B4-BE49-F238E27FC236}">
                <a16:creationId xmlns:a16="http://schemas.microsoft.com/office/drawing/2014/main" id="{D2B83C30-0C93-9307-2564-157C44936C29}"/>
              </a:ext>
            </a:extLst>
          </p:cNvPr>
          <p:cNvSpPr>
            <a:spLocks noGrp="1"/>
          </p:cNvSpPr>
          <p:nvPr>
            <p:ph type="ftr" sz="quarter" idx="11"/>
          </p:nvPr>
        </p:nvSpPr>
        <p:spPr/>
        <p:txBody>
          <a:bodyPr/>
          <a:lstStyle/>
          <a:p>
            <a:r>
              <a:rPr lang="en-US"/>
              <a:t>Prof. Venkataramana Veeramsetty</a:t>
            </a:r>
          </a:p>
        </p:txBody>
      </p:sp>
      <p:sp>
        <p:nvSpPr>
          <p:cNvPr id="4" name="Slide Number Placeholder 3">
            <a:extLst>
              <a:ext uri="{FF2B5EF4-FFF2-40B4-BE49-F238E27FC236}">
                <a16:creationId xmlns:a16="http://schemas.microsoft.com/office/drawing/2014/main" id="{2AAE16DA-E589-FA88-4D7C-103B1A6AB8AD}"/>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4336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C4F56-B781-88DE-B5CF-8666E1686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48CB4-7C73-57F6-4C1F-6C475FF92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CCB3E8-9234-B7F9-0909-B0DDAA520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25712-9136-2D26-AB91-5E8C187F0CAD}"/>
              </a:ext>
            </a:extLst>
          </p:cNvPr>
          <p:cNvSpPr>
            <a:spLocks noGrp="1"/>
          </p:cNvSpPr>
          <p:nvPr>
            <p:ph type="dt" sz="half" idx="10"/>
          </p:nvPr>
        </p:nvSpPr>
        <p:spPr/>
        <p:txBody>
          <a:bodyPr/>
          <a:lstStyle/>
          <a:p>
            <a:fld id="{5CA552DD-4519-4609-B804-D5D4D97D21E7}" type="datetime1">
              <a:rPr lang="en-US" smtClean="0"/>
              <a:pPr/>
              <a:t>9/17/2025</a:t>
            </a:fld>
            <a:endParaRPr lang="en-US"/>
          </a:p>
        </p:txBody>
      </p:sp>
      <p:sp>
        <p:nvSpPr>
          <p:cNvPr id="6" name="Footer Placeholder 5">
            <a:extLst>
              <a:ext uri="{FF2B5EF4-FFF2-40B4-BE49-F238E27FC236}">
                <a16:creationId xmlns:a16="http://schemas.microsoft.com/office/drawing/2014/main" id="{03C51FC2-9B9E-5567-DCBC-97BA5F12D230}"/>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193D5149-27C1-FBF9-584D-0CDCAADDEA0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2466453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ECB5-0124-E4AB-796D-4DD2001A1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9C8-FE9F-0C66-9C71-8C3DDAE55F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2CBBC3-C85A-2A3F-441B-71C12E1B7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CC9F9-8D8B-FF83-A7D0-ECAE1A08610D}"/>
              </a:ext>
            </a:extLst>
          </p:cNvPr>
          <p:cNvSpPr>
            <a:spLocks noGrp="1"/>
          </p:cNvSpPr>
          <p:nvPr>
            <p:ph type="dt" sz="half" idx="10"/>
          </p:nvPr>
        </p:nvSpPr>
        <p:spPr/>
        <p:txBody>
          <a:bodyPr/>
          <a:lstStyle/>
          <a:p>
            <a:fld id="{C1417FBA-9928-479F-A232-A50A482B881F}" type="datetime1">
              <a:rPr lang="en-US" smtClean="0"/>
              <a:pPr/>
              <a:t>9/17/2025</a:t>
            </a:fld>
            <a:endParaRPr lang="en-US"/>
          </a:p>
        </p:txBody>
      </p:sp>
      <p:sp>
        <p:nvSpPr>
          <p:cNvPr id="6" name="Footer Placeholder 5">
            <a:extLst>
              <a:ext uri="{FF2B5EF4-FFF2-40B4-BE49-F238E27FC236}">
                <a16:creationId xmlns:a16="http://schemas.microsoft.com/office/drawing/2014/main" id="{61717425-9B0E-9676-ADA4-8456000AB609}"/>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E90C69FA-8AB7-BCF6-F761-4FAE3861082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11520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8D7-ED46-1642-DC1A-3A465BB2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4E15FD-A10E-BAF8-E05C-538407F87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E2C9-0FB1-E71A-FB85-9648E0180D57}"/>
              </a:ext>
            </a:extLst>
          </p:cNvPr>
          <p:cNvSpPr>
            <a:spLocks noGrp="1"/>
          </p:cNvSpPr>
          <p:nvPr>
            <p:ph type="dt" sz="half" idx="10"/>
          </p:nvPr>
        </p:nvSpPr>
        <p:spPr/>
        <p:txBody>
          <a:bodyPr/>
          <a:lstStyle/>
          <a:p>
            <a:fld id="{4591516C-6EE7-4F99-A3E1-1C2A5FC4A80F}" type="datetime1">
              <a:rPr lang="en-US" smtClean="0"/>
              <a:pPr/>
              <a:t>9/17/2025</a:t>
            </a:fld>
            <a:endParaRPr lang="en-US"/>
          </a:p>
        </p:txBody>
      </p:sp>
      <p:sp>
        <p:nvSpPr>
          <p:cNvPr id="5" name="Footer Placeholder 4">
            <a:extLst>
              <a:ext uri="{FF2B5EF4-FFF2-40B4-BE49-F238E27FC236}">
                <a16:creationId xmlns:a16="http://schemas.microsoft.com/office/drawing/2014/main" id="{372025A5-BF35-212A-9794-5B9117B897A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322621E-0398-079F-48B0-4E9BF4D8597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398280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85918-5C87-9CA6-5F8A-9772EFAB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2CDE8-2A9D-A636-8E8E-D9BC332C9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A6C24-D833-818E-EA16-DF647970307D}"/>
              </a:ext>
            </a:extLst>
          </p:cNvPr>
          <p:cNvSpPr>
            <a:spLocks noGrp="1"/>
          </p:cNvSpPr>
          <p:nvPr>
            <p:ph type="dt" sz="half" idx="10"/>
          </p:nvPr>
        </p:nvSpPr>
        <p:spPr/>
        <p:txBody>
          <a:bodyPr/>
          <a:lstStyle/>
          <a:p>
            <a:fld id="{27A10B26-6DF6-41E7-9E79-2F8F2A1599E8}" type="datetime1">
              <a:rPr lang="en-US" smtClean="0"/>
              <a:pPr/>
              <a:t>9/17/2025</a:t>
            </a:fld>
            <a:endParaRPr lang="en-US"/>
          </a:p>
        </p:txBody>
      </p:sp>
      <p:sp>
        <p:nvSpPr>
          <p:cNvPr id="5" name="Footer Placeholder 4">
            <a:extLst>
              <a:ext uri="{FF2B5EF4-FFF2-40B4-BE49-F238E27FC236}">
                <a16:creationId xmlns:a16="http://schemas.microsoft.com/office/drawing/2014/main" id="{0D9DE245-B4A4-F43F-404C-840EF95B11C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BCB5E3AB-A1E1-E9C0-F70E-E74A4DF44EB7}"/>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0367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C4ECF-2932-CCE3-D471-28AEE158A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C3F014-55A0-15E8-570C-9924061EA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FC8E4-76AA-BD7E-E8F5-883744F5A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29BFC8-5C74-495F-A3BA-0D466EB87652}" type="datetime1">
              <a:rPr lang="en-US" smtClean="0"/>
              <a:pPr/>
              <a:t>9/17/2025</a:t>
            </a:fld>
            <a:endParaRPr lang="en-US"/>
          </a:p>
        </p:txBody>
      </p:sp>
      <p:sp>
        <p:nvSpPr>
          <p:cNvPr id="5" name="Footer Placeholder 4">
            <a:extLst>
              <a:ext uri="{FF2B5EF4-FFF2-40B4-BE49-F238E27FC236}">
                <a16:creationId xmlns:a16="http://schemas.microsoft.com/office/drawing/2014/main" id="{87FCE52D-3D9F-AC04-8299-E6328C65F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Prof. Venkataramana Veeramsetty</a:t>
            </a:r>
          </a:p>
        </p:txBody>
      </p:sp>
      <p:sp>
        <p:nvSpPr>
          <p:cNvPr id="6" name="Slide Number Placeholder 5">
            <a:extLst>
              <a:ext uri="{FF2B5EF4-FFF2-40B4-BE49-F238E27FC236}">
                <a16:creationId xmlns:a16="http://schemas.microsoft.com/office/drawing/2014/main" id="{8E9F1DD0-ABF1-D159-6BFD-2D7BD52843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E7C99-B088-4EBB-BFF6-BECCC96D5DD8}" type="slidenum">
              <a:rPr lang="en-US" smtClean="0"/>
              <a:pPr/>
              <a:t>‹#›</a:t>
            </a:fld>
            <a:endParaRPr lang="en-US"/>
          </a:p>
        </p:txBody>
      </p:sp>
    </p:spTree>
    <p:extLst>
      <p:ext uri="{BB962C8B-B14F-4D97-AF65-F5344CB8AC3E}">
        <p14:creationId xmlns:p14="http://schemas.microsoft.com/office/powerpoint/2010/main" val="236190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techvidvan.com/tutorials/queue-in-data-structure/" TargetMode="External"/><Relationship Id="rId5" Type="http://schemas.openxmlformats.org/officeDocument/2006/relationships/hyperlink" Target="https://techvidvan.com/tutorials/stack-in-data-structure/" TargetMode="External"/><Relationship Id="rId4" Type="http://schemas.openxmlformats.org/officeDocument/2006/relationships/hyperlink" Target="https://techvidvan.com/tutorials/binary-search-tre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42C3F97-7163-10DB-A067-B3F1568C9564}"/>
              </a:ext>
            </a:extLst>
          </p:cNvPr>
          <p:cNvSpPr>
            <a:spLocks noGrp="1"/>
          </p:cNvSpPr>
          <p:nvPr>
            <p:ph type="dt" sz="half" idx="10"/>
          </p:nvPr>
        </p:nvSpPr>
        <p:spPr/>
        <p:txBody>
          <a:bodyPr/>
          <a:lstStyle/>
          <a:p>
            <a:fld id="{4D1B6A9F-AD96-4D7B-9874-EB7A5E6B8FED}" type="datetime1">
              <a:rPr lang="en-US" smtClean="0"/>
              <a:pPr/>
              <a:t>9/17/2025</a:t>
            </a:fld>
            <a:endParaRPr lang="en-US"/>
          </a:p>
        </p:txBody>
      </p:sp>
      <p:sp>
        <p:nvSpPr>
          <p:cNvPr id="15" name="Slide Number Placeholder 14">
            <a:extLst>
              <a:ext uri="{FF2B5EF4-FFF2-40B4-BE49-F238E27FC236}">
                <a16:creationId xmlns:a16="http://schemas.microsoft.com/office/drawing/2014/main" id="{B743A2CC-628E-6D6B-CB09-6DD9562DC0FF}"/>
              </a:ext>
            </a:extLst>
          </p:cNvPr>
          <p:cNvSpPr>
            <a:spLocks noGrp="1"/>
          </p:cNvSpPr>
          <p:nvPr>
            <p:ph type="sldNum" sz="quarter" idx="12"/>
          </p:nvPr>
        </p:nvSpPr>
        <p:spPr/>
        <p:txBody>
          <a:bodyPr/>
          <a:lstStyle/>
          <a:p>
            <a:fld id="{6EFE7C99-B088-4EBB-BFF6-BECCC96D5DD8}" type="slidenum">
              <a:rPr lang="en-US" smtClean="0"/>
              <a:pPr/>
              <a:t>1</a:t>
            </a:fld>
            <a:endParaRPr lang="en-US"/>
          </a:p>
        </p:txBody>
      </p:sp>
      <p:grpSp>
        <p:nvGrpSpPr>
          <p:cNvPr id="5" name="Group 4">
            <a:extLst>
              <a:ext uri="{FF2B5EF4-FFF2-40B4-BE49-F238E27FC236}">
                <a16:creationId xmlns:a16="http://schemas.microsoft.com/office/drawing/2014/main" id="{7843BD2A-3656-4EFB-EE81-1532C7D1499D}"/>
              </a:ext>
            </a:extLst>
          </p:cNvPr>
          <p:cNvGrpSpPr/>
          <p:nvPr/>
        </p:nvGrpSpPr>
        <p:grpSpPr>
          <a:xfrm>
            <a:off x="2336800" y="134364"/>
            <a:ext cx="9745291" cy="677445"/>
            <a:chOff x="2336800" y="134364"/>
            <a:chExt cx="9745291" cy="677445"/>
          </a:xfrm>
          <a:solidFill>
            <a:srgbClr val="194E91"/>
          </a:solidFill>
        </p:grpSpPr>
        <p:sp>
          <p:nvSpPr>
            <p:cNvPr id="6" name="TextBox 5">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10" name="TextBox 9">
              <a:extLst>
                <a:ext uri="{FF2B5EF4-FFF2-40B4-BE49-F238E27FC236}">
                  <a16:creationId xmlns:a16="http://schemas.microsoft.com/office/drawing/2014/main" id="{3D5B2BB8-BCBA-3DA1-A07C-DCC08FAF71AB}"/>
                </a:ext>
              </a:extLst>
            </p:cNvPr>
            <p:cNvSpPr txBox="1"/>
            <p:nvPr/>
          </p:nvSpPr>
          <p:spPr>
            <a:xfrm>
              <a:off x="2394530" y="273031"/>
              <a:ext cx="9687560" cy="400110"/>
            </a:xfrm>
            <a:prstGeom prst="rect">
              <a:avLst/>
            </a:prstGeom>
            <a:grpFill/>
          </p:spPr>
          <p:txBody>
            <a:bodyPr wrap="square" rtlCol="0">
              <a:spAutoFit/>
            </a:bodyPr>
            <a:lstStyle/>
            <a:p>
              <a:r>
                <a:rPr lang="en-US" sz="2000" b="1" dirty="0">
                  <a:solidFill>
                    <a:schemeClr val="bg1"/>
                  </a:solidFill>
                </a:rPr>
                <a:t>School of Computer Science and AI, SR University</a:t>
              </a:r>
              <a:endParaRPr lang="en-US" sz="2000" dirty="0"/>
            </a:p>
          </p:txBody>
        </p:sp>
      </p:grpSp>
      <p:sp>
        <p:nvSpPr>
          <p:cNvPr id="11" name="TextBox 10">
            <a:extLst>
              <a:ext uri="{FF2B5EF4-FFF2-40B4-BE49-F238E27FC236}">
                <a16:creationId xmlns:a16="http://schemas.microsoft.com/office/drawing/2014/main" id="{61643550-BC90-31DB-C96C-291D61ED3D0D}"/>
              </a:ext>
            </a:extLst>
          </p:cNvPr>
          <p:cNvSpPr txBox="1"/>
          <p:nvPr/>
        </p:nvSpPr>
        <p:spPr>
          <a:xfrm>
            <a:off x="109909" y="3949851"/>
            <a:ext cx="5525577" cy="830997"/>
          </a:xfrm>
          <a:prstGeom prst="rect">
            <a:avLst/>
          </a:prstGeom>
          <a:noFill/>
        </p:spPr>
        <p:txBody>
          <a:bodyPr wrap="square" rtlCol="0">
            <a:spAutoFit/>
          </a:bodyPr>
          <a:lstStyle/>
          <a:p>
            <a:r>
              <a:rPr lang="en-US" sz="2400" b="1" dirty="0">
                <a:solidFill>
                  <a:srgbClr val="164F8F"/>
                </a:solidFill>
              </a:rPr>
              <a:t>Dr. Venkataramana Veeramsetty</a:t>
            </a:r>
          </a:p>
          <a:p>
            <a:r>
              <a:rPr lang="en-US" sz="2400" b="1" dirty="0">
                <a:solidFill>
                  <a:srgbClr val="164F8F"/>
                </a:solidFill>
              </a:rPr>
              <a:t>Professor</a:t>
            </a:r>
          </a:p>
        </p:txBody>
      </p:sp>
      <p:graphicFrame>
        <p:nvGraphicFramePr>
          <p:cNvPr id="19" name="Table 18">
            <a:extLst>
              <a:ext uri="{FF2B5EF4-FFF2-40B4-BE49-F238E27FC236}">
                <a16:creationId xmlns:a16="http://schemas.microsoft.com/office/drawing/2014/main" id="{B852DD20-2BA1-1097-A1A8-83E90344B53C}"/>
              </a:ext>
            </a:extLst>
          </p:cNvPr>
          <p:cNvGraphicFramePr>
            <a:graphicFrameLocks noGrp="1"/>
          </p:cNvGraphicFramePr>
          <p:nvPr>
            <p:extLst>
              <p:ext uri="{D42A27DB-BD31-4B8C-83A1-F6EECF244321}">
                <p14:modId xmlns:p14="http://schemas.microsoft.com/office/powerpoint/2010/main" val="237348242"/>
              </p:ext>
            </p:extLst>
          </p:nvPr>
        </p:nvGraphicFramePr>
        <p:xfrm>
          <a:off x="109910" y="1273306"/>
          <a:ext cx="6053328" cy="1112520"/>
        </p:xfrm>
        <a:graphic>
          <a:graphicData uri="http://schemas.openxmlformats.org/drawingml/2006/table">
            <a:tbl>
              <a:tblPr firstRow="1" bandRow="1">
                <a:tableStyleId>{5C22544A-7EE6-4342-B048-85BDC9FD1C3A}</a:tableStyleId>
              </a:tblPr>
              <a:tblGrid>
                <a:gridCol w="1903716">
                  <a:extLst>
                    <a:ext uri="{9D8B030D-6E8A-4147-A177-3AD203B41FA5}">
                      <a16:colId xmlns:a16="http://schemas.microsoft.com/office/drawing/2014/main" val="1381312057"/>
                    </a:ext>
                  </a:extLst>
                </a:gridCol>
                <a:gridCol w="2557995">
                  <a:extLst>
                    <a:ext uri="{9D8B030D-6E8A-4147-A177-3AD203B41FA5}">
                      <a16:colId xmlns:a16="http://schemas.microsoft.com/office/drawing/2014/main" val="242157776"/>
                    </a:ext>
                  </a:extLst>
                </a:gridCol>
                <a:gridCol w="265555">
                  <a:extLst>
                    <a:ext uri="{9D8B030D-6E8A-4147-A177-3AD203B41FA5}">
                      <a16:colId xmlns:a16="http://schemas.microsoft.com/office/drawing/2014/main" val="446022343"/>
                    </a:ext>
                  </a:extLst>
                </a:gridCol>
                <a:gridCol w="578286">
                  <a:extLst>
                    <a:ext uri="{9D8B030D-6E8A-4147-A177-3AD203B41FA5}">
                      <a16:colId xmlns:a16="http://schemas.microsoft.com/office/drawing/2014/main" val="3074180346"/>
                    </a:ext>
                  </a:extLst>
                </a:gridCol>
                <a:gridCol w="208280">
                  <a:extLst>
                    <a:ext uri="{9D8B030D-6E8A-4147-A177-3AD203B41FA5}">
                      <a16:colId xmlns:a16="http://schemas.microsoft.com/office/drawing/2014/main" val="2065650034"/>
                    </a:ext>
                  </a:extLst>
                </a:gridCol>
                <a:gridCol w="539496">
                  <a:extLst>
                    <a:ext uri="{9D8B030D-6E8A-4147-A177-3AD203B41FA5}">
                      <a16:colId xmlns:a16="http://schemas.microsoft.com/office/drawing/2014/main" val="4236025598"/>
                    </a:ext>
                  </a:extLst>
                </a:gridCol>
              </a:tblGrid>
              <a:tr h="370840">
                <a:tc>
                  <a:txBody>
                    <a:bodyPr/>
                    <a:lstStyle/>
                    <a:p>
                      <a:pPr algn="ctr"/>
                      <a:r>
                        <a:rPr lang="en-US" dirty="0"/>
                        <a:t>Course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Course 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2754823073"/>
                  </a:ext>
                </a:extLst>
              </a:tr>
              <a:tr h="370840">
                <a:tc>
                  <a:txBody>
                    <a:bodyPr/>
                    <a:lstStyle/>
                    <a:p>
                      <a:pPr algn="ctr"/>
                      <a:r>
                        <a:rPr lang="en-IN" sz="1800" b="1" i="0" u="none" strike="noStrike" dirty="0">
                          <a:solidFill>
                            <a:srgbClr val="FF0000"/>
                          </a:solidFill>
                          <a:effectLst/>
                          <a:latin typeface="Cambria" panose="02040503050406030204" pitchFamily="18" charset="0"/>
                        </a:rPr>
                        <a:t>25CAI004PC206</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AI Assisted Coding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0</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4</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2</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6047256"/>
                  </a:ext>
                </a:extLst>
              </a:tr>
              <a:tr h="370840">
                <a:tc gridSpan="6">
                  <a:txBody>
                    <a:bodyPr/>
                    <a:lstStyle/>
                    <a:p>
                      <a:pPr algn="ctr"/>
                      <a:r>
                        <a:rPr lang="en-US" b="1" dirty="0">
                          <a:solidFill>
                            <a:srgbClr val="164F8F"/>
                          </a:solidFill>
                        </a:rPr>
                        <a:t>Program 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025807806"/>
                  </a:ext>
                </a:extLst>
              </a:tr>
            </a:tbl>
          </a:graphicData>
        </a:graphic>
      </p:graphicFrame>
      <p:graphicFrame>
        <p:nvGraphicFramePr>
          <p:cNvPr id="2" name="Table 1">
            <a:extLst>
              <a:ext uri="{FF2B5EF4-FFF2-40B4-BE49-F238E27FC236}">
                <a16:creationId xmlns:a16="http://schemas.microsoft.com/office/drawing/2014/main" id="{2E9565CE-F940-4E40-840E-05DAAD5EF3AC}"/>
              </a:ext>
            </a:extLst>
          </p:cNvPr>
          <p:cNvGraphicFramePr>
            <a:graphicFrameLocks noGrp="1"/>
          </p:cNvGraphicFramePr>
          <p:nvPr>
            <p:extLst>
              <p:ext uri="{D42A27DB-BD31-4B8C-83A1-F6EECF244321}">
                <p14:modId xmlns:p14="http://schemas.microsoft.com/office/powerpoint/2010/main" val="2462597469"/>
              </p:ext>
            </p:extLst>
          </p:nvPr>
        </p:nvGraphicFramePr>
        <p:xfrm>
          <a:off x="6249563" y="1273306"/>
          <a:ext cx="2994839" cy="914400"/>
        </p:xfrm>
        <a:graphic>
          <a:graphicData uri="http://schemas.openxmlformats.org/drawingml/2006/table">
            <a:tbl>
              <a:tblPr firstRow="1" bandRow="1">
                <a:tableStyleId>{5940675A-B579-460E-94D1-54222C63F5DA}</a:tableStyleId>
              </a:tblPr>
              <a:tblGrid>
                <a:gridCol w="2994839">
                  <a:extLst>
                    <a:ext uri="{9D8B030D-6E8A-4147-A177-3AD203B41FA5}">
                      <a16:colId xmlns:a16="http://schemas.microsoft.com/office/drawing/2014/main" val="2443765172"/>
                    </a:ext>
                  </a:extLst>
                </a:gridCol>
              </a:tblGrid>
              <a:tr h="3651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Data Structures with AI: Implementing fundamental structures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492592027"/>
                  </a:ext>
                </a:extLst>
              </a:tr>
            </a:tbl>
          </a:graphicData>
        </a:graphic>
      </p:graphicFrame>
      <p:graphicFrame>
        <p:nvGraphicFramePr>
          <p:cNvPr id="4" name="Table 3">
            <a:extLst>
              <a:ext uri="{FF2B5EF4-FFF2-40B4-BE49-F238E27FC236}">
                <a16:creationId xmlns:a16="http://schemas.microsoft.com/office/drawing/2014/main" id="{1E174C43-2445-5A44-DE5A-BF274237C690}"/>
              </a:ext>
            </a:extLst>
          </p:cNvPr>
          <p:cNvGraphicFramePr>
            <a:graphicFrameLocks noGrp="1"/>
          </p:cNvGraphicFramePr>
          <p:nvPr>
            <p:extLst>
              <p:ext uri="{D42A27DB-BD31-4B8C-83A1-F6EECF244321}">
                <p14:modId xmlns:p14="http://schemas.microsoft.com/office/powerpoint/2010/main" val="2872289051"/>
              </p:ext>
            </p:extLst>
          </p:nvPr>
        </p:nvGraphicFramePr>
        <p:xfrm>
          <a:off x="9338890" y="1275648"/>
          <a:ext cx="2743200" cy="128524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105997669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Lecture</a:t>
                      </a:r>
                      <a:r>
                        <a:rPr lang="en-US" sz="1800" b="1" baseline="0" dirty="0">
                          <a:solidFill>
                            <a:schemeClr val="bg1"/>
                          </a:solidFill>
                        </a:rPr>
                        <a:t> - 11</a:t>
                      </a:r>
                      <a:endParaRPr lang="en-US" sz="1800" b="1"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307758912"/>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Testing Tools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Benefits of Testing</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Tutorial</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7406387"/>
                  </a:ext>
                </a:extLst>
              </a:tr>
            </a:tbl>
          </a:graphicData>
        </a:graphic>
      </p:graphicFrame>
      <p:sp>
        <p:nvSpPr>
          <p:cNvPr id="12" name="Footer Placeholder 11"/>
          <p:cNvSpPr>
            <a:spLocks noGrp="1"/>
          </p:cNvSpPr>
          <p:nvPr>
            <p:ph type="ftr" sz="quarter" idx="11"/>
          </p:nvPr>
        </p:nvSpPr>
        <p:spPr/>
        <p:txBody>
          <a:bodyPr/>
          <a:lstStyle/>
          <a:p>
            <a:r>
              <a:rPr lang="en-US"/>
              <a:t>Prof. Venkataramana Veeramsetty</a:t>
            </a:r>
          </a:p>
        </p:txBody>
      </p:sp>
    </p:spTree>
    <p:extLst>
      <p:ext uri="{BB962C8B-B14F-4D97-AF65-F5344CB8AC3E}">
        <p14:creationId xmlns:p14="http://schemas.microsoft.com/office/powerpoint/2010/main" val="143416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D16C-EACE-807C-AB29-6D4BBE7ACF1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DA9BF963-A14E-0D23-3CC5-2A29AECF7B7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DB5567E-5927-9983-2116-CA7232D43C30}"/>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FC1B7CF2-B14D-6BDA-CD4A-D84A5D3F6B49}"/>
              </a:ext>
            </a:extLst>
          </p:cNvPr>
          <p:cNvSpPr>
            <a:spLocks noGrp="1"/>
          </p:cNvSpPr>
          <p:nvPr>
            <p:ph type="sldNum" sz="quarter" idx="12"/>
          </p:nvPr>
        </p:nvSpPr>
        <p:spPr/>
        <p:txBody>
          <a:bodyPr/>
          <a:lstStyle/>
          <a:p>
            <a:fld id="{6EFE7C99-B088-4EBB-BFF6-BECCC96D5DD8}" type="slidenum">
              <a:rPr lang="en-US" smtClean="0"/>
              <a:pPr/>
              <a:t>2</a:t>
            </a:fld>
            <a:endParaRPr lang="en-US"/>
          </a:p>
        </p:txBody>
      </p:sp>
      <p:sp>
        <p:nvSpPr>
          <p:cNvPr id="10" name="TextBox 9">
            <a:extLst>
              <a:ext uri="{FF2B5EF4-FFF2-40B4-BE49-F238E27FC236}">
                <a16:creationId xmlns:a16="http://schemas.microsoft.com/office/drawing/2014/main" id="{A2F9E1E2-9AD9-535D-2D69-ACE96CF7B4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014FCD0-21EB-628F-6257-153596366AD3}"/>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A4B850F-806B-BBFF-1AF4-974F9A13EA8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A41B9311-EB0F-91C5-AE6F-9C882E10B2F6}"/>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Objectives</a:t>
              </a:r>
              <a:endParaRPr lang="en-US" sz="2000" dirty="0"/>
            </a:p>
          </p:txBody>
        </p:sp>
      </p:grpSp>
      <p:sp>
        <p:nvSpPr>
          <p:cNvPr id="16" name="Footer Placeholder 15"/>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219FF018-F07C-3386-9693-A5EA8552BF9E}"/>
              </a:ext>
            </a:extLst>
          </p:cNvPr>
          <p:cNvPicPr>
            <a:picLocks noChangeAspect="1"/>
          </p:cNvPicPr>
          <p:nvPr/>
        </p:nvPicPr>
        <p:blipFill>
          <a:blip r:embed="rId4"/>
          <a:stretch>
            <a:fillRect/>
          </a:stretch>
        </p:blipFill>
        <p:spPr>
          <a:xfrm>
            <a:off x="3523891" y="1047417"/>
            <a:ext cx="5144218" cy="4763165"/>
          </a:xfrm>
          <a:prstGeom prst="rect">
            <a:avLst/>
          </a:prstGeom>
        </p:spPr>
      </p:pic>
    </p:spTree>
    <p:extLst>
      <p:ext uri="{BB962C8B-B14F-4D97-AF65-F5344CB8AC3E}">
        <p14:creationId xmlns:p14="http://schemas.microsoft.com/office/powerpoint/2010/main" val="71723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3DD7-EAC4-FAC0-C5CE-481EC8CD635C}"/>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2889AE0-416B-9754-747C-F0C1FF8E3869}"/>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25B90C25-2854-BF1C-5044-596C011E6227}"/>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2B5A2EA1-ABFA-5372-3E5E-AE41D5E99C29}"/>
              </a:ext>
            </a:extLst>
          </p:cNvPr>
          <p:cNvSpPr>
            <a:spLocks noGrp="1"/>
          </p:cNvSpPr>
          <p:nvPr>
            <p:ph type="sldNum" sz="quarter" idx="12"/>
          </p:nvPr>
        </p:nvSpPr>
        <p:spPr/>
        <p:txBody>
          <a:bodyPr/>
          <a:lstStyle/>
          <a:p>
            <a:fld id="{6EFE7C99-B088-4EBB-BFF6-BECCC96D5DD8}" type="slidenum">
              <a:rPr lang="en-US" smtClean="0"/>
              <a:pPr/>
              <a:t>3</a:t>
            </a:fld>
            <a:endParaRPr lang="en-US"/>
          </a:p>
        </p:txBody>
      </p:sp>
      <p:sp>
        <p:nvSpPr>
          <p:cNvPr id="10" name="TextBox 9">
            <a:extLst>
              <a:ext uri="{FF2B5EF4-FFF2-40B4-BE49-F238E27FC236}">
                <a16:creationId xmlns:a16="http://schemas.microsoft.com/office/drawing/2014/main" id="{F1674552-3F87-F913-36D8-726032BC7323}"/>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8D6BA042-9D79-10F1-EC9B-F86777BCCC0A}"/>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513449C-B4C0-5D52-AFB2-3E268B3B281D}"/>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5A25E32-4E7D-C665-834B-7E427C8D5FCD}"/>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Learning Outcomes</a:t>
              </a:r>
              <a:endParaRPr lang="en-US" sz="2000" dirty="0"/>
            </a:p>
          </p:txBody>
        </p:sp>
      </p:grpSp>
      <p:sp>
        <p:nvSpPr>
          <p:cNvPr id="16" name="Footer Placeholder 15">
            <a:extLst>
              <a:ext uri="{FF2B5EF4-FFF2-40B4-BE49-F238E27FC236}">
                <a16:creationId xmlns:a16="http://schemas.microsoft.com/office/drawing/2014/main" id="{AB0DCA98-9899-CE0C-0AE0-063B7AD2A42F}"/>
              </a:ext>
            </a:extLst>
          </p:cNvPr>
          <p:cNvSpPr>
            <a:spLocks noGrp="1"/>
          </p:cNvSpPr>
          <p:nvPr>
            <p:ph type="ftr" sz="quarter" idx="11"/>
          </p:nvPr>
        </p:nvSpPr>
        <p:spPr/>
        <p:txBody>
          <a:bodyPr/>
          <a:lstStyle/>
          <a:p>
            <a:r>
              <a:rPr lang="en-US"/>
              <a:t>Prof. Venkataramana Veeramsetty</a:t>
            </a:r>
          </a:p>
        </p:txBody>
      </p:sp>
      <p:pic>
        <p:nvPicPr>
          <p:cNvPr id="4" name="Picture 3">
            <a:extLst>
              <a:ext uri="{FF2B5EF4-FFF2-40B4-BE49-F238E27FC236}">
                <a16:creationId xmlns:a16="http://schemas.microsoft.com/office/drawing/2014/main" id="{E4241C55-D8FE-E2DC-FC6B-35B353FCC6F3}"/>
              </a:ext>
            </a:extLst>
          </p:cNvPr>
          <p:cNvPicPr>
            <a:picLocks noChangeAspect="1"/>
          </p:cNvPicPr>
          <p:nvPr/>
        </p:nvPicPr>
        <p:blipFill>
          <a:blip r:embed="rId4"/>
          <a:stretch>
            <a:fillRect/>
          </a:stretch>
        </p:blipFill>
        <p:spPr>
          <a:xfrm>
            <a:off x="2260133" y="1802167"/>
            <a:ext cx="8526236" cy="4278395"/>
          </a:xfrm>
          <a:prstGeom prst="rect">
            <a:avLst/>
          </a:prstGeom>
        </p:spPr>
      </p:pic>
    </p:spTree>
    <p:extLst>
      <p:ext uri="{BB962C8B-B14F-4D97-AF65-F5344CB8AC3E}">
        <p14:creationId xmlns:p14="http://schemas.microsoft.com/office/powerpoint/2010/main" val="117368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C91A-4FFE-D766-2030-BDCF970B628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A4FCABC8-91CB-A919-788F-9136B14B5EE1}"/>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5BA6F6FF-2C55-EB96-73F0-BB5FF37CF6BB}"/>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531E5266-DDE8-0767-4BF7-384AB6FE3634}"/>
              </a:ext>
            </a:extLst>
          </p:cNvPr>
          <p:cNvSpPr>
            <a:spLocks noGrp="1"/>
          </p:cNvSpPr>
          <p:nvPr>
            <p:ph type="sldNum" sz="quarter" idx="12"/>
          </p:nvPr>
        </p:nvSpPr>
        <p:spPr/>
        <p:txBody>
          <a:bodyPr/>
          <a:lstStyle/>
          <a:p>
            <a:fld id="{6EFE7C99-B088-4EBB-BFF6-BECCC96D5DD8}" type="slidenum">
              <a:rPr lang="en-US" smtClean="0"/>
              <a:pPr/>
              <a:t>4</a:t>
            </a:fld>
            <a:endParaRPr lang="en-US"/>
          </a:p>
        </p:txBody>
      </p:sp>
      <p:sp>
        <p:nvSpPr>
          <p:cNvPr id="10" name="TextBox 9">
            <a:extLst>
              <a:ext uri="{FF2B5EF4-FFF2-40B4-BE49-F238E27FC236}">
                <a16:creationId xmlns:a16="http://schemas.microsoft.com/office/drawing/2014/main" id="{39F3CA73-37C2-6652-0EBE-0A6922D1EB24}"/>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166C85A-0A43-B762-1852-1E89D26159A7}"/>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E62BF12D-0CBF-0A65-007D-95E7BFACB4E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8A57FEB3-9308-76CE-40EC-C4F0F1E8946B}"/>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(LIFO)</a:t>
              </a:r>
              <a:endParaRPr lang="en-US" sz="2000" dirty="0"/>
            </a:p>
          </p:txBody>
        </p:sp>
      </p:grpSp>
      <p:sp>
        <p:nvSpPr>
          <p:cNvPr id="16" name="Footer Placeholder 15">
            <a:extLst>
              <a:ext uri="{FF2B5EF4-FFF2-40B4-BE49-F238E27FC236}">
                <a16:creationId xmlns:a16="http://schemas.microsoft.com/office/drawing/2014/main" id="{49D4F695-0973-CE5D-0E02-DB8B298058E0}"/>
              </a:ext>
            </a:extLst>
          </p:cNvPr>
          <p:cNvSpPr>
            <a:spLocks noGrp="1"/>
          </p:cNvSpPr>
          <p:nvPr>
            <p:ph type="ftr" sz="quarter" idx="11"/>
          </p:nvPr>
        </p:nvSpPr>
        <p:spPr/>
        <p:txBody>
          <a:bodyPr/>
          <a:lstStyle/>
          <a:p>
            <a:r>
              <a:rPr lang="en-US"/>
              <a:t>Prof. Venkataramana Veeramsetty</a:t>
            </a:r>
          </a:p>
        </p:txBody>
      </p:sp>
      <p:sp>
        <p:nvSpPr>
          <p:cNvPr id="8" name="TextBox 7">
            <a:extLst>
              <a:ext uri="{FF2B5EF4-FFF2-40B4-BE49-F238E27FC236}">
                <a16:creationId xmlns:a16="http://schemas.microsoft.com/office/drawing/2014/main" id="{0D17BFCB-B286-86F2-6857-F118AB1D0398}"/>
              </a:ext>
            </a:extLst>
          </p:cNvPr>
          <p:cNvSpPr txBox="1"/>
          <p:nvPr/>
        </p:nvSpPr>
        <p:spPr>
          <a:xfrm>
            <a:off x="668044" y="974981"/>
            <a:ext cx="10846294" cy="646331"/>
          </a:xfrm>
          <a:prstGeom prst="rect">
            <a:avLst/>
          </a:prstGeom>
          <a:noFill/>
        </p:spPr>
        <p:txBody>
          <a:bodyPr wrap="square">
            <a:spAutoFit/>
          </a:bodyPr>
          <a:lstStyle/>
          <a:p>
            <a:r>
              <a:rPr lang="en-US" b="1" dirty="0"/>
              <a:t>LIFO</a:t>
            </a:r>
            <a:r>
              <a:rPr lang="en-US" dirty="0"/>
              <a:t> is an abbreviation for </a:t>
            </a:r>
            <a:r>
              <a:rPr lang="en-US" b="1" dirty="0"/>
              <a:t>last in, first out</a:t>
            </a:r>
            <a:r>
              <a:rPr lang="en-US" dirty="0"/>
              <a:t>. It is a method for handling data structures where the </a:t>
            </a:r>
            <a:r>
              <a:rPr lang="en-US" b="1" dirty="0"/>
              <a:t>first element</a:t>
            </a:r>
            <a:r>
              <a:rPr lang="en-US" dirty="0"/>
              <a:t> is processed last and the </a:t>
            </a:r>
            <a:r>
              <a:rPr lang="en-US" b="1" dirty="0"/>
              <a:t>last element</a:t>
            </a:r>
            <a:r>
              <a:rPr lang="en-US" dirty="0"/>
              <a:t> is processed first.</a:t>
            </a:r>
          </a:p>
        </p:txBody>
      </p:sp>
      <p:pic>
        <p:nvPicPr>
          <p:cNvPr id="9" name="Picture 8">
            <a:extLst>
              <a:ext uri="{FF2B5EF4-FFF2-40B4-BE49-F238E27FC236}">
                <a16:creationId xmlns:a16="http://schemas.microsoft.com/office/drawing/2014/main" id="{6AFCE8B0-4F3A-B268-6824-4D5F75DF35D6}"/>
              </a:ext>
            </a:extLst>
          </p:cNvPr>
          <p:cNvPicPr>
            <a:picLocks noChangeAspect="1"/>
          </p:cNvPicPr>
          <p:nvPr/>
        </p:nvPicPr>
        <p:blipFill>
          <a:blip r:embed="rId4"/>
          <a:stretch>
            <a:fillRect/>
          </a:stretch>
        </p:blipFill>
        <p:spPr>
          <a:xfrm>
            <a:off x="8749337" y="3116663"/>
            <a:ext cx="3067478" cy="2962688"/>
          </a:xfrm>
          <a:prstGeom prst="rect">
            <a:avLst/>
          </a:prstGeom>
        </p:spPr>
      </p:pic>
      <p:sp>
        <p:nvSpPr>
          <p:cNvPr id="12" name="TextBox 11">
            <a:extLst>
              <a:ext uri="{FF2B5EF4-FFF2-40B4-BE49-F238E27FC236}">
                <a16:creationId xmlns:a16="http://schemas.microsoft.com/office/drawing/2014/main" id="{15167F91-E28E-EF11-36C9-055372CDADE6}"/>
              </a:ext>
            </a:extLst>
          </p:cNvPr>
          <p:cNvSpPr txBox="1"/>
          <p:nvPr/>
        </p:nvSpPr>
        <p:spPr>
          <a:xfrm>
            <a:off x="668044" y="3526591"/>
            <a:ext cx="6094520" cy="369332"/>
          </a:xfrm>
          <a:prstGeom prst="rect">
            <a:avLst/>
          </a:prstGeom>
          <a:noFill/>
        </p:spPr>
        <p:txBody>
          <a:bodyPr wrap="square">
            <a:spAutoFit/>
          </a:bodyPr>
          <a:lstStyle/>
          <a:p>
            <a:r>
              <a:rPr lang="en-IN" b="1" i="0" dirty="0">
                <a:solidFill>
                  <a:srgbClr val="273239"/>
                </a:solidFill>
                <a:effectLst/>
                <a:latin typeface="Nunito" pitchFamily="2" charset="0"/>
              </a:rPr>
              <a:t>Where is LIFO used:</a:t>
            </a:r>
            <a:endParaRPr lang="en-IN" dirty="0"/>
          </a:p>
        </p:txBody>
      </p:sp>
      <p:sp>
        <p:nvSpPr>
          <p:cNvPr id="17" name="TextBox 16">
            <a:extLst>
              <a:ext uri="{FF2B5EF4-FFF2-40B4-BE49-F238E27FC236}">
                <a16:creationId xmlns:a16="http://schemas.microsoft.com/office/drawing/2014/main" id="{26C310DC-49CE-FAC1-86BD-65537B9F6FB8}"/>
              </a:ext>
            </a:extLst>
          </p:cNvPr>
          <p:cNvSpPr txBox="1"/>
          <p:nvPr/>
        </p:nvSpPr>
        <p:spPr>
          <a:xfrm>
            <a:off x="668044" y="3817193"/>
            <a:ext cx="7339614" cy="2262158"/>
          </a:xfrm>
          <a:prstGeom prst="rect">
            <a:avLst/>
          </a:prstGeom>
          <a:noFill/>
        </p:spPr>
        <p:txBody>
          <a:bodyPr wrap="square">
            <a:spAutoFit/>
          </a:bodyPr>
          <a:lstStyle/>
          <a:p>
            <a:pPr algn="l" fontAlgn="base">
              <a:spcAft>
                <a:spcPts val="1800"/>
              </a:spcAft>
              <a:buFont typeface="+mj-lt"/>
              <a:buAutoNum type="arabicPeriod"/>
            </a:pPr>
            <a:r>
              <a:rPr lang="en-US" b="1" i="0" dirty="0">
                <a:solidFill>
                  <a:srgbClr val="273239"/>
                </a:solidFill>
                <a:effectLst/>
                <a:latin typeface="Nunito" pitchFamily="2" charset="0"/>
              </a:rPr>
              <a:t>Data Structures:</a:t>
            </a:r>
            <a:br>
              <a:rPr lang="en-US" b="0" i="0" dirty="0">
                <a:solidFill>
                  <a:srgbClr val="273239"/>
                </a:solidFill>
                <a:effectLst/>
                <a:latin typeface="Nunito" pitchFamily="2" charset="0"/>
              </a:rPr>
            </a:br>
            <a:r>
              <a:rPr lang="en-US" b="0" i="0" dirty="0">
                <a:solidFill>
                  <a:srgbClr val="273239"/>
                </a:solidFill>
                <a:effectLst/>
                <a:latin typeface="Nunito" pitchFamily="2" charset="0"/>
              </a:rPr>
              <a:t>Certain data structures like Stacks and other variants of Stacks use LIFO approach for processing data.</a:t>
            </a:r>
          </a:p>
          <a:p>
            <a:pPr algn="l" fontAlgn="base">
              <a:spcAft>
                <a:spcPts val="1800"/>
              </a:spcAft>
              <a:buFont typeface="+mj-lt"/>
              <a:buAutoNum type="arabicPeriod"/>
            </a:pPr>
            <a:r>
              <a:rPr lang="en-US" b="1" i="0" dirty="0">
                <a:solidFill>
                  <a:srgbClr val="273239"/>
                </a:solidFill>
                <a:effectLst/>
                <a:latin typeface="Nunito" pitchFamily="2" charset="0"/>
              </a:rPr>
              <a:t>Extracting latest information:</a:t>
            </a:r>
            <a:br>
              <a:rPr lang="en-US" b="0" i="0" dirty="0">
                <a:solidFill>
                  <a:srgbClr val="273239"/>
                </a:solidFill>
                <a:effectLst/>
                <a:latin typeface="Nunito" pitchFamily="2" charset="0"/>
              </a:rPr>
            </a:br>
            <a:r>
              <a:rPr lang="en-US" b="0" i="0" dirty="0">
                <a:solidFill>
                  <a:srgbClr val="273239"/>
                </a:solidFill>
                <a:effectLst/>
                <a:latin typeface="Nunito" pitchFamily="2" charset="0"/>
              </a:rPr>
              <a:t>Sometimes computers use LIFO when data is extracted from an array or data buffer. When it is required to get the most recent information entered, the LIFO approach is used.  </a:t>
            </a:r>
          </a:p>
        </p:txBody>
      </p:sp>
      <p:sp>
        <p:nvSpPr>
          <p:cNvPr id="19" name="TextBox 18">
            <a:extLst>
              <a:ext uri="{FF2B5EF4-FFF2-40B4-BE49-F238E27FC236}">
                <a16:creationId xmlns:a16="http://schemas.microsoft.com/office/drawing/2014/main" id="{0917E565-612B-3D5E-D4EF-554F289D4A9F}"/>
              </a:ext>
            </a:extLst>
          </p:cNvPr>
          <p:cNvSpPr txBox="1"/>
          <p:nvPr/>
        </p:nvSpPr>
        <p:spPr>
          <a:xfrm>
            <a:off x="668044" y="1945692"/>
            <a:ext cx="10846294" cy="923330"/>
          </a:xfrm>
          <a:prstGeom prst="rect">
            <a:avLst/>
          </a:prstGeom>
          <a:noFill/>
        </p:spPr>
        <p:txBody>
          <a:bodyPr wrap="square">
            <a:spAutoFit/>
          </a:bodyPr>
          <a:lstStyle/>
          <a:p>
            <a:r>
              <a:rPr lang="en-US" b="0" i="0" dirty="0">
                <a:solidFill>
                  <a:srgbClr val="444444"/>
                </a:solidFill>
                <a:effectLst/>
                <a:latin typeface="Titillium"/>
              </a:rPr>
              <a:t>Stack is known as a linear data structure. It follows the Last-In-First-Out rule. So, if you push something to the stack then the last value which you pushed, will be the first to pop out. The insertion and deletion operation on the stack will only take place from one end which is the top of the stack.</a:t>
            </a:r>
            <a:endParaRPr lang="en-IN" dirty="0"/>
          </a:p>
        </p:txBody>
      </p:sp>
    </p:spTree>
    <p:extLst>
      <p:ext uri="{BB962C8B-B14F-4D97-AF65-F5344CB8AC3E}">
        <p14:creationId xmlns:p14="http://schemas.microsoft.com/office/powerpoint/2010/main" val="3884290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4392F-0A39-3A19-6C2F-322EE17A1925}"/>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F18EC80B-BE7D-488A-8520-0EDC9B9F386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F308AEF-436C-01B9-F883-01D3B0A14249}"/>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9C8052C4-8EFB-9339-C155-13103FF37D57}"/>
              </a:ext>
            </a:extLst>
          </p:cNvPr>
          <p:cNvSpPr>
            <a:spLocks noGrp="1"/>
          </p:cNvSpPr>
          <p:nvPr>
            <p:ph type="sldNum" sz="quarter" idx="12"/>
          </p:nvPr>
        </p:nvSpPr>
        <p:spPr/>
        <p:txBody>
          <a:bodyPr/>
          <a:lstStyle/>
          <a:p>
            <a:fld id="{6EFE7C99-B088-4EBB-BFF6-BECCC96D5DD8}" type="slidenum">
              <a:rPr lang="en-US" smtClean="0"/>
              <a:pPr/>
              <a:t>5</a:t>
            </a:fld>
            <a:endParaRPr lang="en-US"/>
          </a:p>
        </p:txBody>
      </p:sp>
      <p:sp>
        <p:nvSpPr>
          <p:cNvPr id="10" name="TextBox 9">
            <a:extLst>
              <a:ext uri="{FF2B5EF4-FFF2-40B4-BE49-F238E27FC236}">
                <a16:creationId xmlns:a16="http://schemas.microsoft.com/office/drawing/2014/main" id="{38A20BB0-A33D-1592-E58D-E2F4B627949C}"/>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9C695EE-C08C-2373-8EDA-68D276D37FC8}"/>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A583B17A-B5DA-CB7F-722F-8BCE57B5612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43D52D7-8213-B2E5-3A73-8244078EF734}"/>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a:t>
              </a:r>
              <a:endParaRPr lang="en-US" sz="2000" dirty="0"/>
            </a:p>
          </p:txBody>
        </p:sp>
      </p:grpSp>
      <p:sp>
        <p:nvSpPr>
          <p:cNvPr id="16" name="Footer Placeholder 15">
            <a:extLst>
              <a:ext uri="{FF2B5EF4-FFF2-40B4-BE49-F238E27FC236}">
                <a16:creationId xmlns:a16="http://schemas.microsoft.com/office/drawing/2014/main" id="{E9831CF2-C74A-C9A8-6735-D21EE955ABB8}"/>
              </a:ext>
            </a:extLst>
          </p:cNvPr>
          <p:cNvSpPr>
            <a:spLocks noGrp="1"/>
          </p:cNvSpPr>
          <p:nvPr>
            <p:ph type="ftr" sz="quarter" idx="11"/>
          </p:nvPr>
        </p:nvSpPr>
        <p:spPr/>
        <p:txBody>
          <a:bodyPr/>
          <a:lstStyle/>
          <a:p>
            <a:r>
              <a:rPr lang="en-US"/>
              <a:t>Prof. Venkataramana Veeramsetty</a:t>
            </a:r>
          </a:p>
        </p:txBody>
      </p:sp>
      <p:pic>
        <p:nvPicPr>
          <p:cNvPr id="19" name="Picture 18">
            <a:extLst>
              <a:ext uri="{FF2B5EF4-FFF2-40B4-BE49-F238E27FC236}">
                <a16:creationId xmlns:a16="http://schemas.microsoft.com/office/drawing/2014/main" id="{0BE11D90-F6BC-C0A8-C069-68C7E2BEA423}"/>
              </a:ext>
            </a:extLst>
          </p:cNvPr>
          <p:cNvPicPr>
            <a:picLocks noChangeAspect="1"/>
          </p:cNvPicPr>
          <p:nvPr/>
        </p:nvPicPr>
        <p:blipFill>
          <a:blip r:embed="rId4"/>
          <a:stretch>
            <a:fillRect/>
          </a:stretch>
        </p:blipFill>
        <p:spPr>
          <a:xfrm>
            <a:off x="3466933" y="1231374"/>
            <a:ext cx="8230361" cy="4780870"/>
          </a:xfrm>
          <a:prstGeom prst="rect">
            <a:avLst/>
          </a:prstGeom>
        </p:spPr>
      </p:pic>
      <p:pic>
        <p:nvPicPr>
          <p:cNvPr id="20" name="Picture 19">
            <a:extLst>
              <a:ext uri="{FF2B5EF4-FFF2-40B4-BE49-F238E27FC236}">
                <a16:creationId xmlns:a16="http://schemas.microsoft.com/office/drawing/2014/main" id="{2D284395-59DA-65E2-9861-36B16B840BB0}"/>
              </a:ext>
            </a:extLst>
          </p:cNvPr>
          <p:cNvPicPr>
            <a:picLocks noChangeAspect="1"/>
          </p:cNvPicPr>
          <p:nvPr/>
        </p:nvPicPr>
        <p:blipFill>
          <a:blip r:embed="rId5"/>
          <a:stretch>
            <a:fillRect/>
          </a:stretch>
        </p:blipFill>
        <p:spPr>
          <a:xfrm>
            <a:off x="317643" y="4448853"/>
            <a:ext cx="3951651" cy="1307695"/>
          </a:xfrm>
          <a:prstGeom prst="rect">
            <a:avLst/>
          </a:prstGeom>
        </p:spPr>
      </p:pic>
    </p:spTree>
    <p:extLst>
      <p:ext uri="{BB962C8B-B14F-4D97-AF65-F5344CB8AC3E}">
        <p14:creationId xmlns:p14="http://schemas.microsoft.com/office/powerpoint/2010/main" val="405033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5029C-9DD4-653E-C715-58EB82F84B9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6EF38E56-65A0-50E8-7AE6-F05C75D68E6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FE6E48FD-4A01-1D75-4EDA-EC376537E0E0}"/>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14628E27-490B-A947-F0F1-FE9664225233}"/>
              </a:ext>
            </a:extLst>
          </p:cNvPr>
          <p:cNvSpPr>
            <a:spLocks noGrp="1"/>
          </p:cNvSpPr>
          <p:nvPr>
            <p:ph type="sldNum" sz="quarter" idx="12"/>
          </p:nvPr>
        </p:nvSpPr>
        <p:spPr/>
        <p:txBody>
          <a:bodyPr/>
          <a:lstStyle/>
          <a:p>
            <a:fld id="{6EFE7C99-B088-4EBB-BFF6-BECCC96D5DD8}" type="slidenum">
              <a:rPr lang="en-US" smtClean="0"/>
              <a:pPr/>
              <a:t>6</a:t>
            </a:fld>
            <a:endParaRPr lang="en-US"/>
          </a:p>
        </p:txBody>
      </p:sp>
      <p:sp>
        <p:nvSpPr>
          <p:cNvPr id="10" name="TextBox 9">
            <a:extLst>
              <a:ext uri="{FF2B5EF4-FFF2-40B4-BE49-F238E27FC236}">
                <a16:creationId xmlns:a16="http://schemas.microsoft.com/office/drawing/2014/main" id="{9509F0EE-384E-5E78-F89B-FABE67A88DFC}"/>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7D02960-E23D-0706-A80B-8292ED38A898}"/>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F0BE4F2-2C80-C641-7629-868EE80AA60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23B9A5B-5EEA-DA79-B939-05FDAF346F7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PUSH</a:t>
              </a:r>
              <a:endParaRPr lang="en-US" sz="2000" dirty="0"/>
            </a:p>
          </p:txBody>
        </p:sp>
      </p:grpSp>
      <p:sp>
        <p:nvSpPr>
          <p:cNvPr id="16" name="Footer Placeholder 15">
            <a:extLst>
              <a:ext uri="{FF2B5EF4-FFF2-40B4-BE49-F238E27FC236}">
                <a16:creationId xmlns:a16="http://schemas.microsoft.com/office/drawing/2014/main" id="{83352DEE-537D-0DC9-15B1-9360813177A6}"/>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89228F63-CA8F-B3CE-3AA4-E7F251E4DA84}"/>
              </a:ext>
            </a:extLst>
          </p:cNvPr>
          <p:cNvSpPr txBox="1"/>
          <p:nvPr/>
        </p:nvSpPr>
        <p:spPr>
          <a:xfrm>
            <a:off x="317643" y="1101701"/>
            <a:ext cx="11707200" cy="369332"/>
          </a:xfrm>
          <a:prstGeom prst="rect">
            <a:avLst/>
          </a:prstGeom>
          <a:noFill/>
        </p:spPr>
        <p:txBody>
          <a:bodyPr wrap="square">
            <a:spAutoFit/>
          </a:bodyPr>
          <a:lstStyle/>
          <a:p>
            <a:r>
              <a:rPr lang="en-US" b="0" i="0" dirty="0">
                <a:solidFill>
                  <a:srgbClr val="444444"/>
                </a:solidFill>
                <a:effectLst/>
                <a:latin typeface="Titillium"/>
              </a:rPr>
              <a:t>Through this operation, we add new elements to our stack. The push( ) operation goes through the following steps:</a:t>
            </a:r>
            <a:endParaRPr lang="en-IN" dirty="0"/>
          </a:p>
        </p:txBody>
      </p:sp>
      <p:pic>
        <p:nvPicPr>
          <p:cNvPr id="9" name="Picture 8">
            <a:extLst>
              <a:ext uri="{FF2B5EF4-FFF2-40B4-BE49-F238E27FC236}">
                <a16:creationId xmlns:a16="http://schemas.microsoft.com/office/drawing/2014/main" id="{5D9E8F2B-07F5-8297-BC9D-02D56235D23E}"/>
              </a:ext>
            </a:extLst>
          </p:cNvPr>
          <p:cNvPicPr>
            <a:picLocks noChangeAspect="1"/>
          </p:cNvPicPr>
          <p:nvPr/>
        </p:nvPicPr>
        <p:blipFill>
          <a:blip r:embed="rId4"/>
          <a:stretch>
            <a:fillRect/>
          </a:stretch>
        </p:blipFill>
        <p:spPr>
          <a:xfrm>
            <a:off x="175600" y="1778776"/>
            <a:ext cx="6562031" cy="3914194"/>
          </a:xfrm>
          <a:prstGeom prst="rect">
            <a:avLst/>
          </a:prstGeom>
        </p:spPr>
      </p:pic>
      <p:sp>
        <p:nvSpPr>
          <p:cNvPr id="12" name="TextBox 11">
            <a:extLst>
              <a:ext uri="{FF2B5EF4-FFF2-40B4-BE49-F238E27FC236}">
                <a16:creationId xmlns:a16="http://schemas.microsoft.com/office/drawing/2014/main" id="{DFBB12DD-10D3-27C8-9B26-130824648AEC}"/>
              </a:ext>
            </a:extLst>
          </p:cNvPr>
          <p:cNvSpPr txBox="1"/>
          <p:nvPr/>
        </p:nvSpPr>
        <p:spPr>
          <a:xfrm>
            <a:off x="8325508" y="1911347"/>
            <a:ext cx="3548849" cy="923330"/>
          </a:xfrm>
          <a:prstGeom prst="rect">
            <a:avLst/>
          </a:prstGeom>
          <a:noFill/>
        </p:spPr>
        <p:txBody>
          <a:bodyPr wrap="square">
            <a:spAutoFit/>
          </a:bodyPr>
          <a:lstStyle/>
          <a:p>
            <a:pPr rtl="0">
              <a:buNone/>
            </a:pPr>
            <a:r>
              <a:rPr lang="en-US" dirty="0"/>
              <a:t>The stack can accommodate elements as long as it does not reach its maximum capacity.</a:t>
            </a:r>
          </a:p>
        </p:txBody>
      </p:sp>
      <p:pic>
        <p:nvPicPr>
          <p:cNvPr id="1026" name="Picture 2" descr="Push Operation in Stack">
            <a:extLst>
              <a:ext uri="{FF2B5EF4-FFF2-40B4-BE49-F238E27FC236}">
                <a16:creationId xmlns:a16="http://schemas.microsoft.com/office/drawing/2014/main" id="{0F69A75B-8389-4EE0-EB6A-0E9F9562AC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4173" y="3695797"/>
            <a:ext cx="4850184" cy="232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550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A343-6266-4D0B-DB91-9BD5A3C414AD}"/>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BAAC69C2-CBD6-D04F-8017-8410D248047F}"/>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82A4A36-7FD1-D3E6-926D-5002CB915F7A}"/>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D35A1099-6BF0-C6F6-8B62-BE7743E60288}"/>
              </a:ext>
            </a:extLst>
          </p:cNvPr>
          <p:cNvSpPr>
            <a:spLocks noGrp="1"/>
          </p:cNvSpPr>
          <p:nvPr>
            <p:ph type="sldNum" sz="quarter" idx="12"/>
          </p:nvPr>
        </p:nvSpPr>
        <p:spPr/>
        <p:txBody>
          <a:bodyPr/>
          <a:lstStyle/>
          <a:p>
            <a:fld id="{6EFE7C99-B088-4EBB-BFF6-BECCC96D5DD8}" type="slidenum">
              <a:rPr lang="en-US" smtClean="0"/>
              <a:pPr/>
              <a:t>7</a:t>
            </a:fld>
            <a:endParaRPr lang="en-US"/>
          </a:p>
        </p:txBody>
      </p:sp>
      <p:sp>
        <p:nvSpPr>
          <p:cNvPr id="10" name="TextBox 9">
            <a:extLst>
              <a:ext uri="{FF2B5EF4-FFF2-40B4-BE49-F238E27FC236}">
                <a16:creationId xmlns:a16="http://schemas.microsoft.com/office/drawing/2014/main" id="{45A8C011-E274-75BA-8506-FBE1900DA360}"/>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D68DED9F-5AC2-B89E-E3D0-25A23C63522F}"/>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DDF6DE65-FC80-0C9E-AA6A-E050D3A642B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99D170C1-6F83-AD5D-BEBA-AB12207D1AF0}"/>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PUSH - Python</a:t>
              </a:r>
              <a:endParaRPr lang="en-US" sz="2000" dirty="0"/>
            </a:p>
          </p:txBody>
        </p:sp>
      </p:grpSp>
      <p:sp>
        <p:nvSpPr>
          <p:cNvPr id="16" name="Footer Placeholder 15">
            <a:extLst>
              <a:ext uri="{FF2B5EF4-FFF2-40B4-BE49-F238E27FC236}">
                <a16:creationId xmlns:a16="http://schemas.microsoft.com/office/drawing/2014/main" id="{58DA7D54-07CD-8D50-1322-745443900499}"/>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38F3089A-547C-FFE1-85A9-060CE04425EB}"/>
              </a:ext>
            </a:extLst>
          </p:cNvPr>
          <p:cNvPicPr>
            <a:picLocks noChangeAspect="1"/>
          </p:cNvPicPr>
          <p:nvPr/>
        </p:nvPicPr>
        <p:blipFill>
          <a:blip r:embed="rId4"/>
          <a:stretch>
            <a:fillRect/>
          </a:stretch>
        </p:blipFill>
        <p:spPr>
          <a:xfrm>
            <a:off x="317643" y="1056443"/>
            <a:ext cx="6011114" cy="5299907"/>
          </a:xfrm>
          <a:prstGeom prst="rect">
            <a:avLst/>
          </a:prstGeom>
        </p:spPr>
      </p:pic>
      <p:pic>
        <p:nvPicPr>
          <p:cNvPr id="14" name="Picture 13">
            <a:extLst>
              <a:ext uri="{FF2B5EF4-FFF2-40B4-BE49-F238E27FC236}">
                <a16:creationId xmlns:a16="http://schemas.microsoft.com/office/drawing/2014/main" id="{61BD8A9A-FB30-07D7-D121-6B300B1F62ED}"/>
              </a:ext>
            </a:extLst>
          </p:cNvPr>
          <p:cNvPicPr>
            <a:picLocks noChangeAspect="1"/>
          </p:cNvPicPr>
          <p:nvPr/>
        </p:nvPicPr>
        <p:blipFill>
          <a:blip r:embed="rId5"/>
          <a:stretch>
            <a:fillRect/>
          </a:stretch>
        </p:blipFill>
        <p:spPr>
          <a:xfrm>
            <a:off x="6600608" y="1056443"/>
            <a:ext cx="1552792" cy="2048161"/>
          </a:xfrm>
          <a:prstGeom prst="rect">
            <a:avLst/>
          </a:prstGeom>
        </p:spPr>
      </p:pic>
      <p:pic>
        <p:nvPicPr>
          <p:cNvPr id="18" name="Picture 17">
            <a:extLst>
              <a:ext uri="{FF2B5EF4-FFF2-40B4-BE49-F238E27FC236}">
                <a16:creationId xmlns:a16="http://schemas.microsoft.com/office/drawing/2014/main" id="{5AFF45A5-76A5-3D62-C9B5-FC6EF56A569B}"/>
              </a:ext>
            </a:extLst>
          </p:cNvPr>
          <p:cNvPicPr>
            <a:picLocks noChangeAspect="1"/>
          </p:cNvPicPr>
          <p:nvPr/>
        </p:nvPicPr>
        <p:blipFill>
          <a:blip r:embed="rId6"/>
          <a:stretch>
            <a:fillRect/>
          </a:stretch>
        </p:blipFill>
        <p:spPr>
          <a:xfrm>
            <a:off x="6855996" y="4065716"/>
            <a:ext cx="4906177" cy="1733792"/>
          </a:xfrm>
          <a:prstGeom prst="rect">
            <a:avLst/>
          </a:prstGeom>
        </p:spPr>
      </p:pic>
      <p:pic>
        <p:nvPicPr>
          <p:cNvPr id="20" name="Picture 19">
            <a:extLst>
              <a:ext uri="{FF2B5EF4-FFF2-40B4-BE49-F238E27FC236}">
                <a16:creationId xmlns:a16="http://schemas.microsoft.com/office/drawing/2014/main" id="{C6C5FF1B-C548-357D-427F-6C97755E9CCC}"/>
              </a:ext>
            </a:extLst>
          </p:cNvPr>
          <p:cNvPicPr>
            <a:picLocks noChangeAspect="1"/>
          </p:cNvPicPr>
          <p:nvPr/>
        </p:nvPicPr>
        <p:blipFill>
          <a:blip r:embed="rId7"/>
          <a:stretch>
            <a:fillRect/>
          </a:stretch>
        </p:blipFill>
        <p:spPr>
          <a:xfrm>
            <a:off x="8694052" y="1124486"/>
            <a:ext cx="2965676" cy="2304514"/>
          </a:xfrm>
          <a:prstGeom prst="rect">
            <a:avLst/>
          </a:prstGeom>
        </p:spPr>
      </p:pic>
    </p:spTree>
    <p:extLst>
      <p:ext uri="{BB962C8B-B14F-4D97-AF65-F5344CB8AC3E}">
        <p14:creationId xmlns:p14="http://schemas.microsoft.com/office/powerpoint/2010/main" val="1296221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B8C61-7CD3-F51F-CDFE-0708A2DFA2F0}"/>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1BDE6B8-1D36-4CF8-4D5E-AD14789F444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7B204E2-E4CB-7D07-862A-B9D1969F2D31}"/>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E18AA907-A583-F226-1669-F83093306400}"/>
              </a:ext>
            </a:extLst>
          </p:cNvPr>
          <p:cNvSpPr>
            <a:spLocks noGrp="1"/>
          </p:cNvSpPr>
          <p:nvPr>
            <p:ph type="sldNum" sz="quarter" idx="12"/>
          </p:nvPr>
        </p:nvSpPr>
        <p:spPr/>
        <p:txBody>
          <a:bodyPr/>
          <a:lstStyle/>
          <a:p>
            <a:fld id="{6EFE7C99-B088-4EBB-BFF6-BECCC96D5DD8}" type="slidenum">
              <a:rPr lang="en-US" smtClean="0"/>
              <a:pPr/>
              <a:t>8</a:t>
            </a:fld>
            <a:endParaRPr lang="en-US"/>
          </a:p>
        </p:txBody>
      </p:sp>
      <p:sp>
        <p:nvSpPr>
          <p:cNvPr id="10" name="TextBox 9">
            <a:extLst>
              <a:ext uri="{FF2B5EF4-FFF2-40B4-BE49-F238E27FC236}">
                <a16:creationId xmlns:a16="http://schemas.microsoft.com/office/drawing/2014/main" id="{03C04799-7A65-29B4-D329-180394744F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61AD3E96-1D40-D771-008A-F2E18796243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2B0A9C8E-12C3-1D7D-9007-FD3F207408C0}"/>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94EFA791-78EE-1908-C2DE-4F4A0D2D76F3}"/>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POP</a:t>
              </a:r>
              <a:endParaRPr lang="en-US" sz="2000" dirty="0"/>
            </a:p>
          </p:txBody>
        </p:sp>
      </p:grpSp>
      <p:sp>
        <p:nvSpPr>
          <p:cNvPr id="16" name="Footer Placeholder 15">
            <a:extLst>
              <a:ext uri="{FF2B5EF4-FFF2-40B4-BE49-F238E27FC236}">
                <a16:creationId xmlns:a16="http://schemas.microsoft.com/office/drawing/2014/main" id="{E24E4568-26EE-91D1-25AF-8981A08E06F9}"/>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37621A12-6049-2A2D-C813-65A09C108389}"/>
              </a:ext>
            </a:extLst>
          </p:cNvPr>
          <p:cNvSpPr txBox="1"/>
          <p:nvPr/>
        </p:nvSpPr>
        <p:spPr>
          <a:xfrm>
            <a:off x="317643" y="1101701"/>
            <a:ext cx="11707200" cy="369332"/>
          </a:xfrm>
          <a:prstGeom prst="rect">
            <a:avLst/>
          </a:prstGeom>
          <a:noFill/>
        </p:spPr>
        <p:txBody>
          <a:bodyPr wrap="square">
            <a:spAutoFit/>
          </a:bodyPr>
          <a:lstStyle/>
          <a:p>
            <a:r>
              <a:rPr lang="en-US" dirty="0"/>
              <a:t>It helps in removing elements from the top of the stack. The steps involved in the pop operation are:</a:t>
            </a:r>
            <a:endParaRPr lang="en-IN" dirty="0"/>
          </a:p>
        </p:txBody>
      </p:sp>
      <p:pic>
        <p:nvPicPr>
          <p:cNvPr id="8" name="Picture 7">
            <a:extLst>
              <a:ext uri="{FF2B5EF4-FFF2-40B4-BE49-F238E27FC236}">
                <a16:creationId xmlns:a16="http://schemas.microsoft.com/office/drawing/2014/main" id="{384273E4-38B0-030F-2FEC-C0236E7D0034}"/>
              </a:ext>
            </a:extLst>
          </p:cNvPr>
          <p:cNvPicPr>
            <a:picLocks noChangeAspect="1"/>
          </p:cNvPicPr>
          <p:nvPr/>
        </p:nvPicPr>
        <p:blipFill>
          <a:blip r:embed="rId4"/>
          <a:stretch>
            <a:fillRect/>
          </a:stretch>
        </p:blipFill>
        <p:spPr>
          <a:xfrm>
            <a:off x="6309617" y="2440207"/>
            <a:ext cx="5772956" cy="3943900"/>
          </a:xfrm>
          <a:prstGeom prst="rect">
            <a:avLst/>
          </a:prstGeom>
        </p:spPr>
      </p:pic>
      <p:pic>
        <p:nvPicPr>
          <p:cNvPr id="14" name="Picture 13">
            <a:extLst>
              <a:ext uri="{FF2B5EF4-FFF2-40B4-BE49-F238E27FC236}">
                <a16:creationId xmlns:a16="http://schemas.microsoft.com/office/drawing/2014/main" id="{4226DA3C-C738-B937-5DD1-C9B5365719D6}"/>
              </a:ext>
            </a:extLst>
          </p:cNvPr>
          <p:cNvPicPr>
            <a:picLocks noChangeAspect="1"/>
          </p:cNvPicPr>
          <p:nvPr/>
        </p:nvPicPr>
        <p:blipFill>
          <a:blip r:embed="rId5"/>
          <a:stretch>
            <a:fillRect/>
          </a:stretch>
        </p:blipFill>
        <p:spPr>
          <a:xfrm>
            <a:off x="186508" y="2698112"/>
            <a:ext cx="5695876" cy="1879418"/>
          </a:xfrm>
          <a:prstGeom prst="rect">
            <a:avLst/>
          </a:prstGeom>
        </p:spPr>
      </p:pic>
    </p:spTree>
    <p:extLst>
      <p:ext uri="{BB962C8B-B14F-4D97-AF65-F5344CB8AC3E}">
        <p14:creationId xmlns:p14="http://schemas.microsoft.com/office/powerpoint/2010/main" val="1632174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26A4-9311-F505-ED27-C13A5491CC1F}"/>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63253AE-20E5-A74A-1F3F-743C575636AD}"/>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27EAF0A-19EE-24CC-83E6-CBB24499FCF4}"/>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FA9C2719-E3B9-3820-CB39-26CBCE6BD54B}"/>
              </a:ext>
            </a:extLst>
          </p:cNvPr>
          <p:cNvSpPr>
            <a:spLocks noGrp="1"/>
          </p:cNvSpPr>
          <p:nvPr>
            <p:ph type="sldNum" sz="quarter" idx="12"/>
          </p:nvPr>
        </p:nvSpPr>
        <p:spPr/>
        <p:txBody>
          <a:bodyPr/>
          <a:lstStyle/>
          <a:p>
            <a:fld id="{6EFE7C99-B088-4EBB-BFF6-BECCC96D5DD8}" type="slidenum">
              <a:rPr lang="en-US" smtClean="0"/>
              <a:pPr/>
              <a:t>9</a:t>
            </a:fld>
            <a:endParaRPr lang="en-US"/>
          </a:p>
        </p:txBody>
      </p:sp>
      <p:sp>
        <p:nvSpPr>
          <p:cNvPr id="10" name="TextBox 9">
            <a:extLst>
              <a:ext uri="{FF2B5EF4-FFF2-40B4-BE49-F238E27FC236}">
                <a16:creationId xmlns:a16="http://schemas.microsoft.com/office/drawing/2014/main" id="{84E0766A-62E4-3C3F-C93E-18B2A5527841}"/>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5361A01-F8BD-69DF-8468-0E97CCCBBA81}"/>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08F1BB7-BD00-2671-9405-E790DEEB8881}"/>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40CBB421-5F8C-98C8-3A32-A915F6987BBB}"/>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POP - Python</a:t>
              </a:r>
              <a:endParaRPr lang="en-US" sz="2000" dirty="0"/>
            </a:p>
          </p:txBody>
        </p:sp>
      </p:grpSp>
      <p:sp>
        <p:nvSpPr>
          <p:cNvPr id="16" name="Footer Placeholder 15">
            <a:extLst>
              <a:ext uri="{FF2B5EF4-FFF2-40B4-BE49-F238E27FC236}">
                <a16:creationId xmlns:a16="http://schemas.microsoft.com/office/drawing/2014/main" id="{4CA624C8-2F16-7E77-268D-C68AA3EA0159}"/>
              </a:ext>
            </a:extLst>
          </p:cNvPr>
          <p:cNvSpPr>
            <a:spLocks noGrp="1"/>
          </p:cNvSpPr>
          <p:nvPr>
            <p:ph type="ftr" sz="quarter" idx="11"/>
          </p:nvPr>
        </p:nvSpPr>
        <p:spPr/>
        <p:txBody>
          <a:bodyPr/>
          <a:lstStyle/>
          <a:p>
            <a:r>
              <a:rPr lang="en-US"/>
              <a:t>Prof. Venkataramana Veeramsetty</a:t>
            </a:r>
          </a:p>
        </p:txBody>
      </p:sp>
      <p:pic>
        <p:nvPicPr>
          <p:cNvPr id="12" name="Picture 11">
            <a:extLst>
              <a:ext uri="{FF2B5EF4-FFF2-40B4-BE49-F238E27FC236}">
                <a16:creationId xmlns:a16="http://schemas.microsoft.com/office/drawing/2014/main" id="{5FD79AC6-2B3A-F43A-4BAD-8F859A589BC5}"/>
              </a:ext>
            </a:extLst>
          </p:cNvPr>
          <p:cNvPicPr>
            <a:picLocks noChangeAspect="1"/>
          </p:cNvPicPr>
          <p:nvPr/>
        </p:nvPicPr>
        <p:blipFill>
          <a:blip r:embed="rId4"/>
          <a:stretch>
            <a:fillRect/>
          </a:stretch>
        </p:blipFill>
        <p:spPr>
          <a:xfrm>
            <a:off x="6096000" y="1615487"/>
            <a:ext cx="1952898" cy="2286319"/>
          </a:xfrm>
          <a:prstGeom prst="rect">
            <a:avLst/>
          </a:prstGeom>
        </p:spPr>
      </p:pic>
      <p:pic>
        <p:nvPicPr>
          <p:cNvPr id="18" name="Picture 17">
            <a:extLst>
              <a:ext uri="{FF2B5EF4-FFF2-40B4-BE49-F238E27FC236}">
                <a16:creationId xmlns:a16="http://schemas.microsoft.com/office/drawing/2014/main" id="{29C7B4C1-A03A-7849-1CC8-75DB85EB6018}"/>
              </a:ext>
            </a:extLst>
          </p:cNvPr>
          <p:cNvPicPr>
            <a:picLocks noChangeAspect="1"/>
          </p:cNvPicPr>
          <p:nvPr/>
        </p:nvPicPr>
        <p:blipFill>
          <a:blip r:embed="rId5"/>
          <a:stretch>
            <a:fillRect/>
          </a:stretch>
        </p:blipFill>
        <p:spPr>
          <a:xfrm>
            <a:off x="5972774" y="4397051"/>
            <a:ext cx="5963482" cy="2324424"/>
          </a:xfrm>
          <a:prstGeom prst="rect">
            <a:avLst/>
          </a:prstGeom>
        </p:spPr>
      </p:pic>
      <p:pic>
        <p:nvPicPr>
          <p:cNvPr id="20" name="Picture 19">
            <a:extLst>
              <a:ext uri="{FF2B5EF4-FFF2-40B4-BE49-F238E27FC236}">
                <a16:creationId xmlns:a16="http://schemas.microsoft.com/office/drawing/2014/main" id="{41603ECA-A5CF-9DEA-5EE0-FDC333FC3005}"/>
              </a:ext>
            </a:extLst>
          </p:cNvPr>
          <p:cNvPicPr>
            <a:picLocks noChangeAspect="1"/>
          </p:cNvPicPr>
          <p:nvPr/>
        </p:nvPicPr>
        <p:blipFill>
          <a:blip r:embed="rId6"/>
          <a:stretch>
            <a:fillRect/>
          </a:stretch>
        </p:blipFill>
        <p:spPr>
          <a:xfrm>
            <a:off x="88777" y="897174"/>
            <a:ext cx="5805996" cy="5761104"/>
          </a:xfrm>
          <a:prstGeom prst="rect">
            <a:avLst/>
          </a:prstGeom>
        </p:spPr>
      </p:pic>
      <p:pic>
        <p:nvPicPr>
          <p:cNvPr id="22" name="Picture 21">
            <a:extLst>
              <a:ext uri="{FF2B5EF4-FFF2-40B4-BE49-F238E27FC236}">
                <a16:creationId xmlns:a16="http://schemas.microsoft.com/office/drawing/2014/main" id="{06E9B922-EEBF-53FE-282A-E0337127E1AD}"/>
              </a:ext>
            </a:extLst>
          </p:cNvPr>
          <p:cNvPicPr>
            <a:picLocks noChangeAspect="1"/>
          </p:cNvPicPr>
          <p:nvPr/>
        </p:nvPicPr>
        <p:blipFill>
          <a:blip r:embed="rId7"/>
          <a:stretch>
            <a:fillRect/>
          </a:stretch>
        </p:blipFill>
        <p:spPr>
          <a:xfrm>
            <a:off x="8153400" y="1020092"/>
            <a:ext cx="3639057" cy="2881714"/>
          </a:xfrm>
          <a:prstGeom prst="rect">
            <a:avLst/>
          </a:prstGeom>
        </p:spPr>
      </p:pic>
    </p:spTree>
    <p:extLst>
      <p:ext uri="{BB962C8B-B14F-4D97-AF65-F5344CB8AC3E}">
        <p14:creationId xmlns:p14="http://schemas.microsoft.com/office/powerpoint/2010/main" val="257899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C74C-A09B-AA20-E9A2-028403C572D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3DB3D10C-5FEC-4FD1-0EC7-1B18C9F75F9F}"/>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154A5487-1255-9C2F-F3D5-076D72A68ABC}"/>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D1ECD96F-7389-BEDE-9AF0-DA5ADD523B30}"/>
              </a:ext>
            </a:extLst>
          </p:cNvPr>
          <p:cNvSpPr>
            <a:spLocks noGrp="1"/>
          </p:cNvSpPr>
          <p:nvPr>
            <p:ph type="sldNum" sz="quarter" idx="12"/>
          </p:nvPr>
        </p:nvSpPr>
        <p:spPr/>
        <p:txBody>
          <a:bodyPr/>
          <a:lstStyle/>
          <a:p>
            <a:fld id="{6EFE7C99-B088-4EBB-BFF6-BECCC96D5DD8}" type="slidenum">
              <a:rPr lang="en-US" smtClean="0"/>
              <a:pPr/>
              <a:t>10</a:t>
            </a:fld>
            <a:endParaRPr lang="en-US"/>
          </a:p>
        </p:txBody>
      </p:sp>
      <p:sp>
        <p:nvSpPr>
          <p:cNvPr id="10" name="TextBox 9">
            <a:extLst>
              <a:ext uri="{FF2B5EF4-FFF2-40B4-BE49-F238E27FC236}">
                <a16:creationId xmlns:a16="http://schemas.microsoft.com/office/drawing/2014/main" id="{E76303A9-8C83-B882-8EBA-F8163F9748F0}"/>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6CD2932-9BDB-0AE3-B2E4-DA38D66FE304}"/>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EF40B5D-FC59-5026-2E0E-7B3E99A7F8E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929C385-B07A-73C1-55C6-893A3759703D}"/>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Queue Operations </a:t>
              </a:r>
              <a:endParaRPr lang="en-US" sz="2000" dirty="0"/>
            </a:p>
          </p:txBody>
        </p:sp>
      </p:grpSp>
      <p:sp>
        <p:nvSpPr>
          <p:cNvPr id="16" name="Footer Placeholder 15">
            <a:extLst>
              <a:ext uri="{FF2B5EF4-FFF2-40B4-BE49-F238E27FC236}">
                <a16:creationId xmlns:a16="http://schemas.microsoft.com/office/drawing/2014/main" id="{4D35A542-A0AC-0BE7-CE7A-5E912EAFF67E}"/>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CF23EED5-AAA1-ABC9-8063-E996322BDF40}"/>
              </a:ext>
            </a:extLst>
          </p:cNvPr>
          <p:cNvSpPr txBox="1"/>
          <p:nvPr/>
        </p:nvSpPr>
        <p:spPr>
          <a:xfrm>
            <a:off x="317643" y="1101701"/>
            <a:ext cx="11707200" cy="3416320"/>
          </a:xfrm>
          <a:prstGeom prst="rect">
            <a:avLst/>
          </a:prstGeom>
          <a:noFill/>
        </p:spPr>
        <p:txBody>
          <a:bodyPr wrap="square">
            <a:spAutoFit/>
          </a:bodyPr>
          <a:lstStyle/>
          <a:p>
            <a:r>
              <a:rPr lang="en-US" dirty="0"/>
              <a:t>Queue is known as a linear data structure. It follows the First-In-First-Out rule. So, if you push something to the stack then the first value of the stack will pop out. </a:t>
            </a:r>
          </a:p>
          <a:p>
            <a:endParaRPr lang="en-US" dirty="0"/>
          </a:p>
          <a:p>
            <a:r>
              <a:rPr lang="en-US" dirty="0"/>
              <a:t>In the queue, the insertion operation is done from the rear end(back) and the deletion is done from the front. </a:t>
            </a:r>
          </a:p>
          <a:p>
            <a:endParaRPr lang="en-US" dirty="0"/>
          </a:p>
          <a:p>
            <a:r>
              <a:rPr lang="en-US" dirty="0"/>
              <a:t>In the queue, the order of insertion is the same as the order of deletion of elements because of the FIFO approach. </a:t>
            </a:r>
          </a:p>
          <a:p>
            <a:endParaRPr lang="en-US" dirty="0">
              <a:solidFill>
                <a:srgbClr val="444444"/>
              </a:solidFill>
              <a:latin typeface="Titillium"/>
            </a:endParaRPr>
          </a:p>
          <a:p>
            <a:r>
              <a:rPr lang="en-US" dirty="0">
                <a:solidFill>
                  <a:srgbClr val="444444"/>
                </a:solidFill>
                <a:latin typeface="Titillium"/>
              </a:rPr>
              <a:t>Front points to the index of the queue from where we can delete an element. Rear points to that index of the queue from where we insert elements.</a:t>
            </a:r>
            <a:endParaRPr lang="en-IN" dirty="0"/>
          </a:p>
          <a:p>
            <a:endParaRPr lang="en-US" dirty="0"/>
          </a:p>
          <a:p>
            <a:endParaRPr lang="en-US" dirty="0"/>
          </a:p>
          <a:p>
            <a:endParaRPr lang="en-IN" dirty="0"/>
          </a:p>
        </p:txBody>
      </p:sp>
      <p:pic>
        <p:nvPicPr>
          <p:cNvPr id="8" name="Picture 7">
            <a:extLst>
              <a:ext uri="{FF2B5EF4-FFF2-40B4-BE49-F238E27FC236}">
                <a16:creationId xmlns:a16="http://schemas.microsoft.com/office/drawing/2014/main" id="{016F2487-4ABB-CC2D-9A27-82D8B396BB27}"/>
              </a:ext>
            </a:extLst>
          </p:cNvPr>
          <p:cNvPicPr>
            <a:picLocks noChangeAspect="1"/>
          </p:cNvPicPr>
          <p:nvPr/>
        </p:nvPicPr>
        <p:blipFill>
          <a:blip r:embed="rId4"/>
          <a:stretch>
            <a:fillRect/>
          </a:stretch>
        </p:blipFill>
        <p:spPr>
          <a:xfrm>
            <a:off x="306924" y="4045028"/>
            <a:ext cx="3713593" cy="2160844"/>
          </a:xfrm>
          <a:prstGeom prst="rect">
            <a:avLst/>
          </a:prstGeom>
        </p:spPr>
      </p:pic>
      <p:pic>
        <p:nvPicPr>
          <p:cNvPr id="2050" name="Picture 2" descr="Deletion in Queue">
            <a:extLst>
              <a:ext uri="{FF2B5EF4-FFF2-40B4-BE49-F238E27FC236}">
                <a16:creationId xmlns:a16="http://schemas.microsoft.com/office/drawing/2014/main" id="{22A98A28-2C6B-CEF1-CADF-E60071AE7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7227" y="3724975"/>
            <a:ext cx="3613006" cy="2501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71A4A3B-C00F-0B4C-91A4-6D1DDEE20E5C}"/>
              </a:ext>
            </a:extLst>
          </p:cNvPr>
          <p:cNvPicPr>
            <a:picLocks noChangeAspect="1"/>
          </p:cNvPicPr>
          <p:nvPr/>
        </p:nvPicPr>
        <p:blipFill>
          <a:blip r:embed="rId6"/>
          <a:stretch>
            <a:fillRect/>
          </a:stretch>
        </p:blipFill>
        <p:spPr>
          <a:xfrm>
            <a:off x="4493847" y="4586044"/>
            <a:ext cx="3204305" cy="1335949"/>
          </a:xfrm>
          <a:prstGeom prst="rect">
            <a:avLst/>
          </a:prstGeom>
        </p:spPr>
      </p:pic>
    </p:spTree>
    <p:extLst>
      <p:ext uri="{BB962C8B-B14F-4D97-AF65-F5344CB8AC3E}">
        <p14:creationId xmlns:p14="http://schemas.microsoft.com/office/powerpoint/2010/main" val="4110497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919A-1F60-5F58-0A96-B05B0EB1B7B1}"/>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0537CEE-EE9A-8193-327D-D44A556229F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8B8F4E5D-26D3-E354-81EE-65A07DD6A2C8}"/>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8BF279F5-CDF4-F27B-854E-C3270CE7AD87}"/>
              </a:ext>
            </a:extLst>
          </p:cNvPr>
          <p:cNvSpPr>
            <a:spLocks noGrp="1"/>
          </p:cNvSpPr>
          <p:nvPr>
            <p:ph type="sldNum" sz="quarter" idx="12"/>
          </p:nvPr>
        </p:nvSpPr>
        <p:spPr/>
        <p:txBody>
          <a:bodyPr/>
          <a:lstStyle/>
          <a:p>
            <a:fld id="{6EFE7C99-B088-4EBB-BFF6-BECCC96D5DD8}" type="slidenum">
              <a:rPr lang="en-US" smtClean="0"/>
              <a:pPr/>
              <a:t>11</a:t>
            </a:fld>
            <a:endParaRPr lang="en-US" dirty="0"/>
          </a:p>
        </p:txBody>
      </p:sp>
      <p:sp>
        <p:nvSpPr>
          <p:cNvPr id="10" name="TextBox 9">
            <a:extLst>
              <a:ext uri="{FF2B5EF4-FFF2-40B4-BE49-F238E27FC236}">
                <a16:creationId xmlns:a16="http://schemas.microsoft.com/office/drawing/2014/main" id="{6D565BAF-F4D3-22DE-87A4-EB12DDFD990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9B778976-2BD9-29D7-2BAA-BF60E97D9283}"/>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A01208F-EF3D-048A-E2CF-D3CC272514F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78C2D09C-2ED2-80D4-0D35-0FD721CB5027}"/>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Queue Types  and Linear Queue Operations </a:t>
              </a:r>
              <a:endParaRPr lang="en-US" sz="2000" dirty="0"/>
            </a:p>
          </p:txBody>
        </p:sp>
      </p:grpSp>
      <p:sp>
        <p:nvSpPr>
          <p:cNvPr id="16" name="Footer Placeholder 15">
            <a:extLst>
              <a:ext uri="{FF2B5EF4-FFF2-40B4-BE49-F238E27FC236}">
                <a16:creationId xmlns:a16="http://schemas.microsoft.com/office/drawing/2014/main" id="{A30A48CE-70E7-5675-ED67-74E29C36099A}"/>
              </a:ext>
            </a:extLst>
          </p:cNvPr>
          <p:cNvSpPr>
            <a:spLocks noGrp="1"/>
          </p:cNvSpPr>
          <p:nvPr>
            <p:ph type="ftr" sz="quarter" idx="11"/>
          </p:nvPr>
        </p:nvSpPr>
        <p:spPr/>
        <p:txBody>
          <a:bodyPr/>
          <a:lstStyle/>
          <a:p>
            <a:r>
              <a:rPr lang="en-US"/>
              <a:t>Prof. Venkataramana Veeramsetty</a:t>
            </a:r>
          </a:p>
        </p:txBody>
      </p:sp>
      <p:pic>
        <p:nvPicPr>
          <p:cNvPr id="9" name="Picture 8">
            <a:extLst>
              <a:ext uri="{FF2B5EF4-FFF2-40B4-BE49-F238E27FC236}">
                <a16:creationId xmlns:a16="http://schemas.microsoft.com/office/drawing/2014/main" id="{DE866D04-1C22-7C2A-45A0-64D503A05DB1}"/>
              </a:ext>
            </a:extLst>
          </p:cNvPr>
          <p:cNvPicPr>
            <a:picLocks noChangeAspect="1"/>
          </p:cNvPicPr>
          <p:nvPr/>
        </p:nvPicPr>
        <p:blipFill>
          <a:blip r:embed="rId4"/>
          <a:stretch>
            <a:fillRect/>
          </a:stretch>
        </p:blipFill>
        <p:spPr>
          <a:xfrm>
            <a:off x="410854" y="1997478"/>
            <a:ext cx="3968318" cy="3069179"/>
          </a:xfrm>
          <a:prstGeom prst="rect">
            <a:avLst/>
          </a:prstGeom>
        </p:spPr>
      </p:pic>
      <p:pic>
        <p:nvPicPr>
          <p:cNvPr id="12" name="Picture 11">
            <a:extLst>
              <a:ext uri="{FF2B5EF4-FFF2-40B4-BE49-F238E27FC236}">
                <a16:creationId xmlns:a16="http://schemas.microsoft.com/office/drawing/2014/main" id="{126FB145-7FDA-DDA9-FC44-02994251E2F7}"/>
              </a:ext>
            </a:extLst>
          </p:cNvPr>
          <p:cNvPicPr>
            <a:picLocks noChangeAspect="1"/>
          </p:cNvPicPr>
          <p:nvPr/>
        </p:nvPicPr>
        <p:blipFill>
          <a:blip r:embed="rId5"/>
          <a:stretch>
            <a:fillRect/>
          </a:stretch>
        </p:blipFill>
        <p:spPr>
          <a:xfrm>
            <a:off x="5784031" y="1638087"/>
            <a:ext cx="5786303" cy="4292038"/>
          </a:xfrm>
          <a:prstGeom prst="rect">
            <a:avLst/>
          </a:prstGeom>
        </p:spPr>
      </p:pic>
    </p:spTree>
    <p:extLst>
      <p:ext uri="{BB962C8B-B14F-4D97-AF65-F5344CB8AC3E}">
        <p14:creationId xmlns:p14="http://schemas.microsoft.com/office/powerpoint/2010/main" val="240506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EE50F-EFF1-613C-B8A4-6696C6C768F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FE991283-AE09-E5B3-74F5-ADF335978714}"/>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C84485C-F452-E297-DBA6-DC26F9E05E20}"/>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1289FE41-DF27-3969-1C73-F154DA98DA36}"/>
              </a:ext>
            </a:extLst>
          </p:cNvPr>
          <p:cNvSpPr>
            <a:spLocks noGrp="1"/>
          </p:cNvSpPr>
          <p:nvPr>
            <p:ph type="sldNum" sz="quarter" idx="12"/>
          </p:nvPr>
        </p:nvSpPr>
        <p:spPr/>
        <p:txBody>
          <a:bodyPr/>
          <a:lstStyle/>
          <a:p>
            <a:fld id="{6EFE7C99-B088-4EBB-BFF6-BECCC96D5DD8}" type="slidenum">
              <a:rPr lang="en-US" smtClean="0"/>
              <a:pPr/>
              <a:t>12</a:t>
            </a:fld>
            <a:endParaRPr lang="en-US" dirty="0"/>
          </a:p>
        </p:txBody>
      </p:sp>
      <p:sp>
        <p:nvSpPr>
          <p:cNvPr id="10" name="TextBox 9">
            <a:extLst>
              <a:ext uri="{FF2B5EF4-FFF2-40B4-BE49-F238E27FC236}">
                <a16:creationId xmlns:a16="http://schemas.microsoft.com/office/drawing/2014/main" id="{1BAB63F5-0BF3-48A6-4E39-3818AC3A1F64}"/>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27EE48D7-711C-F9EA-42CE-2DA671581830}"/>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56AD86F7-6A6C-2F49-08CC-6A1D5B20FA52}"/>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415F40A4-122F-5A0B-6B5A-7DB951137F67}"/>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a:t>
              </a:r>
              <a:endParaRPr lang="en-US" sz="2000" dirty="0"/>
            </a:p>
          </p:txBody>
        </p:sp>
      </p:grpSp>
      <p:sp>
        <p:nvSpPr>
          <p:cNvPr id="16" name="Footer Placeholder 15">
            <a:extLst>
              <a:ext uri="{FF2B5EF4-FFF2-40B4-BE49-F238E27FC236}">
                <a16:creationId xmlns:a16="http://schemas.microsoft.com/office/drawing/2014/main" id="{1CB94900-651D-951F-95AE-E26E6B0B5816}"/>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B079368F-479B-0958-F89D-D31B2321448F}"/>
              </a:ext>
            </a:extLst>
          </p:cNvPr>
          <p:cNvSpPr txBox="1"/>
          <p:nvPr/>
        </p:nvSpPr>
        <p:spPr>
          <a:xfrm>
            <a:off x="392835" y="1332520"/>
            <a:ext cx="11423343" cy="369332"/>
          </a:xfrm>
          <a:prstGeom prst="rect">
            <a:avLst/>
          </a:prstGeom>
          <a:noFill/>
        </p:spPr>
        <p:txBody>
          <a:bodyPr wrap="square">
            <a:spAutoFit/>
          </a:bodyPr>
          <a:lstStyle/>
          <a:p>
            <a:r>
              <a:rPr lang="en-US" b="0" i="0" dirty="0">
                <a:solidFill>
                  <a:srgbClr val="444444"/>
                </a:solidFill>
                <a:effectLst/>
                <a:latin typeface="Titillium"/>
              </a:rPr>
              <a:t>The queue has two ends pointed by Front and Rear. The enqueue() operation is always performed at the Rear end.</a:t>
            </a:r>
            <a:endParaRPr lang="en-IN" dirty="0"/>
          </a:p>
        </p:txBody>
      </p:sp>
      <p:sp>
        <p:nvSpPr>
          <p:cNvPr id="11" name="TextBox 10">
            <a:extLst>
              <a:ext uri="{FF2B5EF4-FFF2-40B4-BE49-F238E27FC236}">
                <a16:creationId xmlns:a16="http://schemas.microsoft.com/office/drawing/2014/main" id="{90E8F681-2227-DECA-C38D-CACEFCC2F242}"/>
              </a:ext>
            </a:extLst>
          </p:cNvPr>
          <p:cNvSpPr txBox="1"/>
          <p:nvPr/>
        </p:nvSpPr>
        <p:spPr>
          <a:xfrm>
            <a:off x="454980" y="2062240"/>
            <a:ext cx="11361198" cy="923330"/>
          </a:xfrm>
          <a:prstGeom prst="rect">
            <a:avLst/>
          </a:prstGeom>
          <a:noFill/>
        </p:spPr>
        <p:txBody>
          <a:bodyPr wrap="square">
            <a:spAutoFit/>
          </a:bodyPr>
          <a:lstStyle/>
          <a:p>
            <a:r>
              <a:rPr lang="en-US" b="0" i="0" dirty="0">
                <a:solidFill>
                  <a:srgbClr val="444444"/>
                </a:solidFill>
                <a:effectLst/>
                <a:latin typeface="Titillium"/>
              </a:rPr>
              <a:t>While performing enqueue() operation, we always check whether the queue is full or not. In case the queue is full, we return an overflow error. Otherwise, we insert the element at the rear end and make the Rear point to the next position in the queue.</a:t>
            </a:r>
            <a:endParaRPr lang="en-IN" dirty="0"/>
          </a:p>
        </p:txBody>
      </p:sp>
      <p:sp>
        <p:nvSpPr>
          <p:cNvPr id="17" name="TextBox 16">
            <a:extLst>
              <a:ext uri="{FF2B5EF4-FFF2-40B4-BE49-F238E27FC236}">
                <a16:creationId xmlns:a16="http://schemas.microsoft.com/office/drawing/2014/main" id="{17CAE563-8086-EE4A-A32A-B1B4C937F65E}"/>
              </a:ext>
            </a:extLst>
          </p:cNvPr>
          <p:cNvSpPr txBox="1"/>
          <p:nvPr/>
        </p:nvSpPr>
        <p:spPr>
          <a:xfrm>
            <a:off x="454980" y="3226100"/>
            <a:ext cx="11174768" cy="646331"/>
          </a:xfrm>
          <a:prstGeom prst="rect">
            <a:avLst/>
          </a:prstGeom>
          <a:noFill/>
        </p:spPr>
        <p:txBody>
          <a:bodyPr wrap="square">
            <a:spAutoFit/>
          </a:bodyPr>
          <a:lstStyle/>
          <a:p>
            <a:r>
              <a:rPr lang="en-US" b="0" i="0" dirty="0">
                <a:solidFill>
                  <a:srgbClr val="444444"/>
                </a:solidFill>
                <a:effectLst/>
                <a:latin typeface="Titillium"/>
              </a:rPr>
              <a:t>For example, suppose we have a queue with elements A, B, C, D and we wish to insert E into the queue. We can insert this new element into the queue as follows:</a:t>
            </a:r>
            <a:endParaRPr lang="en-IN" dirty="0"/>
          </a:p>
        </p:txBody>
      </p:sp>
      <p:pic>
        <p:nvPicPr>
          <p:cNvPr id="6146" name="Picture 2" descr="Enqueue Operation">
            <a:extLst>
              <a:ext uri="{FF2B5EF4-FFF2-40B4-BE49-F238E27FC236}">
                <a16:creationId xmlns:a16="http://schemas.microsoft.com/office/drawing/2014/main" id="{DA424808-F5D4-60E8-E71E-9E144C84C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9476" y="3957050"/>
            <a:ext cx="4380436" cy="239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369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6B5F4-D54F-5366-1829-BBCCE83C2672}"/>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1EED53E-10CB-89DC-438B-AAED4973142A}"/>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9D91CA56-C59B-1088-541E-B1A29ECFEFAD}"/>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0D5887E5-7E60-2CCF-1C99-4C386D55F313}"/>
              </a:ext>
            </a:extLst>
          </p:cNvPr>
          <p:cNvSpPr>
            <a:spLocks noGrp="1"/>
          </p:cNvSpPr>
          <p:nvPr>
            <p:ph type="sldNum" sz="quarter" idx="12"/>
          </p:nvPr>
        </p:nvSpPr>
        <p:spPr/>
        <p:txBody>
          <a:bodyPr/>
          <a:lstStyle/>
          <a:p>
            <a:fld id="{6EFE7C99-B088-4EBB-BFF6-BECCC96D5DD8}" type="slidenum">
              <a:rPr lang="en-US" smtClean="0"/>
              <a:pPr/>
              <a:t>13</a:t>
            </a:fld>
            <a:endParaRPr lang="en-US" dirty="0"/>
          </a:p>
        </p:txBody>
      </p:sp>
      <p:sp>
        <p:nvSpPr>
          <p:cNvPr id="10" name="TextBox 9">
            <a:extLst>
              <a:ext uri="{FF2B5EF4-FFF2-40B4-BE49-F238E27FC236}">
                <a16:creationId xmlns:a16="http://schemas.microsoft.com/office/drawing/2014/main" id="{9AE342A1-5D7F-4F9B-B998-0F964DBD04E3}"/>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4AC95754-F88F-DBF5-7578-69CE47CC38B4}"/>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4EE52AA0-D306-1DEF-006D-B0650AC53500}"/>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64C6CBA-D4C3-7101-D378-E06F0760620F}"/>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a:t>
              </a:r>
              <a:endParaRPr lang="en-US" sz="2000" dirty="0"/>
            </a:p>
          </p:txBody>
        </p:sp>
      </p:grpSp>
      <p:sp>
        <p:nvSpPr>
          <p:cNvPr id="16" name="Footer Placeholder 15">
            <a:extLst>
              <a:ext uri="{FF2B5EF4-FFF2-40B4-BE49-F238E27FC236}">
                <a16:creationId xmlns:a16="http://schemas.microsoft.com/office/drawing/2014/main" id="{04F1439D-B71A-1C5D-B414-9EF68FFA5821}"/>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F935CEE4-EE0A-F5D9-D4E0-F7AB235A2BF2}"/>
              </a:ext>
            </a:extLst>
          </p:cNvPr>
          <p:cNvPicPr>
            <a:picLocks noChangeAspect="1"/>
          </p:cNvPicPr>
          <p:nvPr/>
        </p:nvPicPr>
        <p:blipFill>
          <a:blip r:embed="rId4"/>
          <a:stretch>
            <a:fillRect/>
          </a:stretch>
        </p:blipFill>
        <p:spPr>
          <a:xfrm>
            <a:off x="3110150" y="889440"/>
            <a:ext cx="6215835" cy="5215631"/>
          </a:xfrm>
          <a:prstGeom prst="rect">
            <a:avLst/>
          </a:prstGeom>
        </p:spPr>
      </p:pic>
    </p:spTree>
    <p:extLst>
      <p:ext uri="{BB962C8B-B14F-4D97-AF65-F5344CB8AC3E}">
        <p14:creationId xmlns:p14="http://schemas.microsoft.com/office/powerpoint/2010/main" val="1123473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D5EEC-F388-287D-3F47-FFDBD10F2EE2}"/>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5FC0AEA-1249-70D1-9094-F1E070D2C84C}"/>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DBB9E66-FE2D-905F-5227-75FF288F6920}"/>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E00655D0-FFE6-640C-7A28-E94237915788}"/>
              </a:ext>
            </a:extLst>
          </p:cNvPr>
          <p:cNvSpPr>
            <a:spLocks noGrp="1"/>
          </p:cNvSpPr>
          <p:nvPr>
            <p:ph type="sldNum" sz="quarter" idx="12"/>
          </p:nvPr>
        </p:nvSpPr>
        <p:spPr/>
        <p:txBody>
          <a:bodyPr/>
          <a:lstStyle/>
          <a:p>
            <a:fld id="{6EFE7C99-B088-4EBB-BFF6-BECCC96D5DD8}" type="slidenum">
              <a:rPr lang="en-US" smtClean="0"/>
              <a:pPr/>
              <a:t>14</a:t>
            </a:fld>
            <a:endParaRPr lang="en-US" dirty="0"/>
          </a:p>
        </p:txBody>
      </p:sp>
      <p:sp>
        <p:nvSpPr>
          <p:cNvPr id="10" name="TextBox 9">
            <a:extLst>
              <a:ext uri="{FF2B5EF4-FFF2-40B4-BE49-F238E27FC236}">
                <a16:creationId xmlns:a16="http://schemas.microsoft.com/office/drawing/2014/main" id="{E95CCF51-3E2F-6BE8-5367-C9F1541E7E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745C28E-FA84-1E17-256A-AE2230AB2FB9}"/>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A66217D-7E9A-3373-879E-EA4FD29965B2}"/>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E12ACB7F-8FB0-2070-97D5-66589CE5B0E0}"/>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 - Python</a:t>
              </a:r>
              <a:endParaRPr lang="en-US" sz="2000" dirty="0"/>
            </a:p>
          </p:txBody>
        </p:sp>
      </p:grpSp>
      <p:sp>
        <p:nvSpPr>
          <p:cNvPr id="16" name="Footer Placeholder 15">
            <a:extLst>
              <a:ext uri="{FF2B5EF4-FFF2-40B4-BE49-F238E27FC236}">
                <a16:creationId xmlns:a16="http://schemas.microsoft.com/office/drawing/2014/main" id="{0EA9895C-9D7F-9961-CC9A-7DF2A49DD141}"/>
              </a:ext>
            </a:extLst>
          </p:cNvPr>
          <p:cNvSpPr>
            <a:spLocks noGrp="1"/>
          </p:cNvSpPr>
          <p:nvPr>
            <p:ph type="ftr" sz="quarter" idx="11"/>
          </p:nvPr>
        </p:nvSpPr>
        <p:spPr/>
        <p:txBody>
          <a:bodyPr/>
          <a:lstStyle/>
          <a:p>
            <a:r>
              <a:rPr lang="en-US"/>
              <a:t>Prof. Venkataramana Veeramsetty</a:t>
            </a:r>
          </a:p>
        </p:txBody>
      </p:sp>
      <p:pic>
        <p:nvPicPr>
          <p:cNvPr id="12" name="Picture 11">
            <a:extLst>
              <a:ext uri="{FF2B5EF4-FFF2-40B4-BE49-F238E27FC236}">
                <a16:creationId xmlns:a16="http://schemas.microsoft.com/office/drawing/2014/main" id="{01AD50D9-6CE4-CA6F-A730-1F39C8A4C4F2}"/>
              </a:ext>
            </a:extLst>
          </p:cNvPr>
          <p:cNvPicPr>
            <a:picLocks noChangeAspect="1"/>
          </p:cNvPicPr>
          <p:nvPr/>
        </p:nvPicPr>
        <p:blipFill>
          <a:blip r:embed="rId4"/>
          <a:stretch>
            <a:fillRect/>
          </a:stretch>
        </p:blipFill>
        <p:spPr>
          <a:xfrm>
            <a:off x="256360" y="1047565"/>
            <a:ext cx="5839640" cy="5673910"/>
          </a:xfrm>
          <a:prstGeom prst="rect">
            <a:avLst/>
          </a:prstGeom>
        </p:spPr>
      </p:pic>
      <p:pic>
        <p:nvPicPr>
          <p:cNvPr id="6" name="Picture 5">
            <a:extLst>
              <a:ext uri="{FF2B5EF4-FFF2-40B4-BE49-F238E27FC236}">
                <a16:creationId xmlns:a16="http://schemas.microsoft.com/office/drawing/2014/main" id="{AC8D2756-6AFD-A9D8-1EA7-AFBBE5DA4E12}"/>
              </a:ext>
            </a:extLst>
          </p:cNvPr>
          <p:cNvPicPr>
            <a:picLocks noChangeAspect="1"/>
          </p:cNvPicPr>
          <p:nvPr/>
        </p:nvPicPr>
        <p:blipFill>
          <a:blip r:embed="rId5"/>
          <a:stretch>
            <a:fillRect/>
          </a:stretch>
        </p:blipFill>
        <p:spPr>
          <a:xfrm>
            <a:off x="6538036" y="1180208"/>
            <a:ext cx="1286054" cy="1514686"/>
          </a:xfrm>
          <a:prstGeom prst="rect">
            <a:avLst/>
          </a:prstGeom>
        </p:spPr>
      </p:pic>
      <p:pic>
        <p:nvPicPr>
          <p:cNvPr id="11" name="Picture 10">
            <a:extLst>
              <a:ext uri="{FF2B5EF4-FFF2-40B4-BE49-F238E27FC236}">
                <a16:creationId xmlns:a16="http://schemas.microsoft.com/office/drawing/2014/main" id="{9A63D3C5-3B94-EA71-0EB8-25624F207C25}"/>
              </a:ext>
            </a:extLst>
          </p:cNvPr>
          <p:cNvPicPr>
            <a:picLocks noChangeAspect="1"/>
          </p:cNvPicPr>
          <p:nvPr/>
        </p:nvPicPr>
        <p:blipFill>
          <a:blip r:embed="rId6"/>
          <a:stretch>
            <a:fillRect/>
          </a:stretch>
        </p:blipFill>
        <p:spPr>
          <a:xfrm>
            <a:off x="6243307" y="3656161"/>
            <a:ext cx="4734586" cy="1638529"/>
          </a:xfrm>
          <a:prstGeom prst="rect">
            <a:avLst/>
          </a:prstGeom>
        </p:spPr>
      </p:pic>
    </p:spTree>
    <p:extLst>
      <p:ext uri="{BB962C8B-B14F-4D97-AF65-F5344CB8AC3E}">
        <p14:creationId xmlns:p14="http://schemas.microsoft.com/office/powerpoint/2010/main" val="3152705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9841-5D59-5AB5-7B4A-E5F6DD49B75D}"/>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9C38E08-D442-2F12-72FB-3B6CD6BDE619}"/>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458D852-AC95-B6B0-EC48-A5F4C42322BA}"/>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E54F2D0A-BFD3-E751-E314-7229C96B5572}"/>
              </a:ext>
            </a:extLst>
          </p:cNvPr>
          <p:cNvSpPr>
            <a:spLocks noGrp="1"/>
          </p:cNvSpPr>
          <p:nvPr>
            <p:ph type="sldNum" sz="quarter" idx="12"/>
          </p:nvPr>
        </p:nvSpPr>
        <p:spPr/>
        <p:txBody>
          <a:bodyPr/>
          <a:lstStyle/>
          <a:p>
            <a:fld id="{6EFE7C99-B088-4EBB-BFF6-BECCC96D5DD8}" type="slidenum">
              <a:rPr lang="en-US" smtClean="0"/>
              <a:pPr/>
              <a:t>15</a:t>
            </a:fld>
            <a:endParaRPr lang="en-US" dirty="0"/>
          </a:p>
        </p:txBody>
      </p:sp>
      <p:sp>
        <p:nvSpPr>
          <p:cNvPr id="10" name="TextBox 9">
            <a:extLst>
              <a:ext uri="{FF2B5EF4-FFF2-40B4-BE49-F238E27FC236}">
                <a16:creationId xmlns:a16="http://schemas.microsoft.com/office/drawing/2014/main" id="{C4C43089-908C-F667-F0F0-CD4B82D8A22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7948E3F-1F2D-B3E2-9E52-926930940083}"/>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DF7C1E48-0B91-3FAD-449A-EF547CA897B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A014863-C8F0-16C4-EDE4-37D2161A57BE}"/>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dequeue() Operation</a:t>
              </a:r>
              <a:endParaRPr lang="en-US" sz="2000" dirty="0"/>
            </a:p>
          </p:txBody>
        </p:sp>
      </p:grpSp>
      <p:sp>
        <p:nvSpPr>
          <p:cNvPr id="16" name="Footer Placeholder 15">
            <a:extLst>
              <a:ext uri="{FF2B5EF4-FFF2-40B4-BE49-F238E27FC236}">
                <a16:creationId xmlns:a16="http://schemas.microsoft.com/office/drawing/2014/main" id="{9BEBAE23-4BDD-0B26-F15E-E7EFA4CBA7E0}"/>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E05E6485-AD01-30FD-78C9-0C5901436C58}"/>
              </a:ext>
            </a:extLst>
          </p:cNvPr>
          <p:cNvSpPr txBox="1"/>
          <p:nvPr/>
        </p:nvSpPr>
        <p:spPr>
          <a:xfrm>
            <a:off x="392835" y="1332520"/>
            <a:ext cx="11423343" cy="646331"/>
          </a:xfrm>
          <a:prstGeom prst="rect">
            <a:avLst/>
          </a:prstGeom>
          <a:noFill/>
        </p:spPr>
        <p:txBody>
          <a:bodyPr wrap="square">
            <a:spAutoFit/>
          </a:bodyPr>
          <a:lstStyle/>
          <a:p>
            <a:r>
              <a:rPr lang="en-US" dirty="0"/>
              <a:t>This operation is used to delete an element from the queue. dequeue() operation is always performed at the ‘Front’ of the queue.</a:t>
            </a:r>
            <a:endParaRPr lang="en-IN" dirty="0"/>
          </a:p>
        </p:txBody>
      </p:sp>
      <p:sp>
        <p:nvSpPr>
          <p:cNvPr id="11" name="TextBox 10">
            <a:extLst>
              <a:ext uri="{FF2B5EF4-FFF2-40B4-BE49-F238E27FC236}">
                <a16:creationId xmlns:a16="http://schemas.microsoft.com/office/drawing/2014/main" id="{7A4F8D81-CC4A-8A14-385F-1E3FE928884F}"/>
              </a:ext>
            </a:extLst>
          </p:cNvPr>
          <p:cNvSpPr txBox="1"/>
          <p:nvPr/>
        </p:nvSpPr>
        <p:spPr>
          <a:xfrm>
            <a:off x="454980" y="2062240"/>
            <a:ext cx="11361198" cy="923330"/>
          </a:xfrm>
          <a:prstGeom prst="rect">
            <a:avLst/>
          </a:prstGeom>
          <a:noFill/>
        </p:spPr>
        <p:txBody>
          <a:bodyPr wrap="square">
            <a:spAutoFit/>
          </a:bodyPr>
          <a:lstStyle/>
          <a:p>
            <a:r>
              <a:rPr lang="en-US" dirty="0"/>
              <a:t>While performing dequeue() operation, we always make sure that the queue is not already empty. If the queue is already empty, there is nothing to delete. In that case, we return an underflow error. If the queue is not empty, we delete the front node and move the front pointer to the next node.</a:t>
            </a:r>
            <a:endParaRPr lang="en-IN" dirty="0"/>
          </a:p>
        </p:txBody>
      </p:sp>
      <p:pic>
        <p:nvPicPr>
          <p:cNvPr id="8194" name="Picture 2" descr="Dequeue Operation">
            <a:extLst>
              <a:ext uri="{FF2B5EF4-FFF2-40B4-BE49-F238E27FC236}">
                <a16:creationId xmlns:a16="http://schemas.microsoft.com/office/drawing/2014/main" id="{A47F5D71-884B-B723-15B0-25FCC0377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547" y="3133323"/>
            <a:ext cx="4867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3EE4F7F-D62F-2C20-CF25-7911705AC95B}"/>
              </a:ext>
            </a:extLst>
          </p:cNvPr>
          <p:cNvSpPr txBox="1"/>
          <p:nvPr/>
        </p:nvSpPr>
        <p:spPr>
          <a:xfrm>
            <a:off x="542646" y="3353090"/>
            <a:ext cx="5561860" cy="2590453"/>
          </a:xfrm>
          <a:prstGeom prst="rect">
            <a:avLst/>
          </a:prstGeom>
          <a:noFill/>
        </p:spPr>
        <p:txBody>
          <a:bodyPr wrap="square">
            <a:spAutoFit/>
          </a:bodyPr>
          <a:lstStyle/>
          <a:p>
            <a:pPr algn="l" fontAlgn="base">
              <a:spcAft>
                <a:spcPts val="1125"/>
              </a:spcAft>
            </a:pPr>
            <a:r>
              <a:rPr lang="en-US" dirty="0">
                <a:solidFill>
                  <a:srgbClr val="444444"/>
                </a:solidFill>
                <a:latin typeface="Titillium"/>
              </a:rPr>
              <a:t>I</a:t>
            </a:r>
            <a:r>
              <a:rPr lang="en-US" b="0" i="0" dirty="0">
                <a:solidFill>
                  <a:srgbClr val="444444"/>
                </a:solidFill>
                <a:effectLst/>
                <a:latin typeface="Titillium"/>
              </a:rPr>
              <a:t>f the queue is empty, the Front will be pointing to an invalid index. In this case, we will return the underflow error and exit the program.</a:t>
            </a:r>
          </a:p>
          <a:p>
            <a:pPr algn="l" fontAlgn="base">
              <a:spcAft>
                <a:spcPts val="1125"/>
              </a:spcAft>
            </a:pPr>
            <a:endParaRPr lang="en-US" b="0" i="0" dirty="0">
              <a:solidFill>
                <a:srgbClr val="444444"/>
              </a:solidFill>
              <a:effectLst/>
              <a:latin typeface="Titillium"/>
            </a:endParaRPr>
          </a:p>
          <a:p>
            <a:pPr algn="l" fontAlgn="base">
              <a:spcAft>
                <a:spcPts val="1125"/>
              </a:spcAft>
            </a:pPr>
            <a:r>
              <a:rPr lang="en-US" dirty="0">
                <a:solidFill>
                  <a:srgbClr val="444444"/>
                </a:solidFill>
                <a:latin typeface="Titillium"/>
              </a:rPr>
              <a:t>I</a:t>
            </a:r>
            <a:r>
              <a:rPr lang="en-US" b="0" i="0" dirty="0">
                <a:solidFill>
                  <a:srgbClr val="444444"/>
                </a:solidFill>
                <a:effectLst/>
                <a:latin typeface="Titillium"/>
              </a:rPr>
              <a:t>f the queue contains only one element, both the Front and Rear will point to the same index. In this case, we will delete the element and make the front and rear point to any invalid index.</a:t>
            </a:r>
          </a:p>
        </p:txBody>
      </p:sp>
    </p:spTree>
    <p:extLst>
      <p:ext uri="{BB962C8B-B14F-4D97-AF65-F5344CB8AC3E}">
        <p14:creationId xmlns:p14="http://schemas.microsoft.com/office/powerpoint/2010/main" val="2376345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78527-BB9D-43C8-E82F-B3AADC4484D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5717255-7AB7-6034-2521-ACF6FE820303}"/>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F6345D2F-297C-A5B4-325E-2966AE60F7D3}"/>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575BD669-A0F9-664C-0658-B102B24A0AFC}"/>
              </a:ext>
            </a:extLst>
          </p:cNvPr>
          <p:cNvSpPr>
            <a:spLocks noGrp="1"/>
          </p:cNvSpPr>
          <p:nvPr>
            <p:ph type="sldNum" sz="quarter" idx="12"/>
          </p:nvPr>
        </p:nvSpPr>
        <p:spPr/>
        <p:txBody>
          <a:bodyPr/>
          <a:lstStyle/>
          <a:p>
            <a:fld id="{6EFE7C99-B088-4EBB-BFF6-BECCC96D5DD8}" type="slidenum">
              <a:rPr lang="en-US" smtClean="0"/>
              <a:pPr/>
              <a:t>16</a:t>
            </a:fld>
            <a:endParaRPr lang="en-US" dirty="0"/>
          </a:p>
        </p:txBody>
      </p:sp>
      <p:sp>
        <p:nvSpPr>
          <p:cNvPr id="10" name="TextBox 9">
            <a:extLst>
              <a:ext uri="{FF2B5EF4-FFF2-40B4-BE49-F238E27FC236}">
                <a16:creationId xmlns:a16="http://schemas.microsoft.com/office/drawing/2014/main" id="{C66477E4-C927-4691-9D63-CD06F817DBEE}"/>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22EAA7BF-C968-DD20-56BA-9FDBA414CD0B}"/>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9BCBAEB-D9F2-A3BA-0EEA-1584D94148F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CA578D69-CB31-6654-9398-4CBE016045E5}"/>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dequeue() Operation in Queue - Python</a:t>
              </a:r>
              <a:endParaRPr lang="en-US" sz="2000" dirty="0"/>
            </a:p>
          </p:txBody>
        </p:sp>
      </p:grpSp>
      <p:sp>
        <p:nvSpPr>
          <p:cNvPr id="16" name="Footer Placeholder 15">
            <a:extLst>
              <a:ext uri="{FF2B5EF4-FFF2-40B4-BE49-F238E27FC236}">
                <a16:creationId xmlns:a16="http://schemas.microsoft.com/office/drawing/2014/main" id="{C450BEE4-96E2-AFF5-6A44-E1FF13DD9A15}"/>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8D4BB40D-01BF-5969-2499-1CEE1A173010}"/>
              </a:ext>
            </a:extLst>
          </p:cNvPr>
          <p:cNvPicPr>
            <a:picLocks noChangeAspect="1"/>
          </p:cNvPicPr>
          <p:nvPr/>
        </p:nvPicPr>
        <p:blipFill>
          <a:blip r:embed="rId4"/>
          <a:stretch>
            <a:fillRect/>
          </a:stretch>
        </p:blipFill>
        <p:spPr>
          <a:xfrm>
            <a:off x="231613" y="960371"/>
            <a:ext cx="5689793" cy="5761104"/>
          </a:xfrm>
          <a:prstGeom prst="rect">
            <a:avLst/>
          </a:prstGeom>
        </p:spPr>
      </p:pic>
      <p:pic>
        <p:nvPicPr>
          <p:cNvPr id="14" name="Picture 13">
            <a:extLst>
              <a:ext uri="{FF2B5EF4-FFF2-40B4-BE49-F238E27FC236}">
                <a16:creationId xmlns:a16="http://schemas.microsoft.com/office/drawing/2014/main" id="{72C21630-1D7C-FB42-4C38-FED872FA98CE}"/>
              </a:ext>
            </a:extLst>
          </p:cNvPr>
          <p:cNvPicPr>
            <a:picLocks noChangeAspect="1"/>
          </p:cNvPicPr>
          <p:nvPr/>
        </p:nvPicPr>
        <p:blipFill>
          <a:blip r:embed="rId5"/>
          <a:stretch>
            <a:fillRect/>
          </a:stretch>
        </p:blipFill>
        <p:spPr>
          <a:xfrm>
            <a:off x="6371913" y="1054865"/>
            <a:ext cx="2238687" cy="2067213"/>
          </a:xfrm>
          <a:prstGeom prst="rect">
            <a:avLst/>
          </a:prstGeom>
        </p:spPr>
      </p:pic>
      <p:pic>
        <p:nvPicPr>
          <p:cNvPr id="18" name="Picture 17">
            <a:extLst>
              <a:ext uri="{FF2B5EF4-FFF2-40B4-BE49-F238E27FC236}">
                <a16:creationId xmlns:a16="http://schemas.microsoft.com/office/drawing/2014/main" id="{AA8D302C-AFEF-B9AE-E19D-562082C1705F}"/>
              </a:ext>
            </a:extLst>
          </p:cNvPr>
          <p:cNvPicPr>
            <a:picLocks noChangeAspect="1"/>
          </p:cNvPicPr>
          <p:nvPr/>
        </p:nvPicPr>
        <p:blipFill>
          <a:blip r:embed="rId6"/>
          <a:stretch>
            <a:fillRect/>
          </a:stretch>
        </p:blipFill>
        <p:spPr>
          <a:xfrm>
            <a:off x="6371913" y="4229585"/>
            <a:ext cx="3877216" cy="1648055"/>
          </a:xfrm>
          <a:prstGeom prst="rect">
            <a:avLst/>
          </a:prstGeom>
        </p:spPr>
      </p:pic>
    </p:spTree>
    <p:extLst>
      <p:ext uri="{BB962C8B-B14F-4D97-AF65-F5344CB8AC3E}">
        <p14:creationId xmlns:p14="http://schemas.microsoft.com/office/powerpoint/2010/main" val="1359686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0A2E7-50EA-0BAC-495B-DEA543B09C6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4B133EA-6B0B-7570-1B75-A314B00AE145}"/>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A8B34924-D747-C661-A7F3-C63E703B1A50}"/>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2181D672-D374-1287-526E-07272F511289}"/>
              </a:ext>
            </a:extLst>
          </p:cNvPr>
          <p:cNvSpPr>
            <a:spLocks noGrp="1"/>
          </p:cNvSpPr>
          <p:nvPr>
            <p:ph type="sldNum" sz="quarter" idx="12"/>
          </p:nvPr>
        </p:nvSpPr>
        <p:spPr/>
        <p:txBody>
          <a:bodyPr/>
          <a:lstStyle/>
          <a:p>
            <a:fld id="{6EFE7C99-B088-4EBB-BFF6-BECCC96D5DD8}" type="slidenum">
              <a:rPr lang="en-US" smtClean="0"/>
              <a:pPr/>
              <a:t>17</a:t>
            </a:fld>
            <a:endParaRPr lang="en-US" dirty="0"/>
          </a:p>
        </p:txBody>
      </p:sp>
      <p:sp>
        <p:nvSpPr>
          <p:cNvPr id="10" name="TextBox 9">
            <a:extLst>
              <a:ext uri="{FF2B5EF4-FFF2-40B4-BE49-F238E27FC236}">
                <a16:creationId xmlns:a16="http://schemas.microsoft.com/office/drawing/2014/main" id="{6D3C963E-A536-3934-775D-E32C5550E856}"/>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315DAC5C-3A5E-8180-72DE-86A504AF001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F024A44C-B7BB-A0F2-07AD-BA052A4F50E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CFE0F0C-2F53-778D-4E40-DBE920413C9F}"/>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Binary Search Tree in Data Structure</a:t>
              </a:r>
              <a:endParaRPr lang="en-US" sz="2000" dirty="0"/>
            </a:p>
          </p:txBody>
        </p:sp>
      </p:grpSp>
      <p:sp>
        <p:nvSpPr>
          <p:cNvPr id="16" name="Footer Placeholder 15">
            <a:extLst>
              <a:ext uri="{FF2B5EF4-FFF2-40B4-BE49-F238E27FC236}">
                <a16:creationId xmlns:a16="http://schemas.microsoft.com/office/drawing/2014/main" id="{F5472644-F383-B417-1D44-13FB5475426A}"/>
              </a:ext>
            </a:extLst>
          </p:cNvPr>
          <p:cNvSpPr>
            <a:spLocks noGrp="1"/>
          </p:cNvSpPr>
          <p:nvPr>
            <p:ph type="ftr" sz="quarter" idx="11"/>
          </p:nvPr>
        </p:nvSpPr>
        <p:spPr/>
        <p:txBody>
          <a:bodyPr/>
          <a:lstStyle/>
          <a:p>
            <a:r>
              <a:rPr lang="en-US"/>
              <a:t>Prof. Venkataramana Veeramsetty</a:t>
            </a:r>
          </a:p>
        </p:txBody>
      </p:sp>
      <p:sp>
        <p:nvSpPr>
          <p:cNvPr id="9" name="TextBox 8">
            <a:extLst>
              <a:ext uri="{FF2B5EF4-FFF2-40B4-BE49-F238E27FC236}">
                <a16:creationId xmlns:a16="http://schemas.microsoft.com/office/drawing/2014/main" id="{69108B7B-F329-ECB5-9086-DF881913507C}"/>
              </a:ext>
            </a:extLst>
          </p:cNvPr>
          <p:cNvSpPr txBox="1"/>
          <p:nvPr/>
        </p:nvSpPr>
        <p:spPr>
          <a:xfrm>
            <a:off x="317643" y="1336479"/>
            <a:ext cx="11116796" cy="1759456"/>
          </a:xfrm>
          <a:prstGeom prst="rect">
            <a:avLst/>
          </a:prstGeom>
          <a:noFill/>
        </p:spPr>
        <p:txBody>
          <a:bodyPr wrap="square">
            <a:spAutoFit/>
          </a:bodyPr>
          <a:lstStyle/>
          <a:p>
            <a:pPr algn="l" fontAlgn="base">
              <a:buNone/>
            </a:pPr>
            <a:r>
              <a:rPr lang="en-US" b="0" i="0" dirty="0">
                <a:solidFill>
                  <a:srgbClr val="444444"/>
                </a:solidFill>
                <a:effectLst/>
                <a:latin typeface="Titillium"/>
              </a:rPr>
              <a:t>A binary search tree(BST) is a special type of binary tree and is also known as a sorted or ordered binary tree. In a binary search tree: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left node is less than the value of the parent node.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right node is greater than the value of the parent node.</a:t>
            </a:r>
          </a:p>
          <a:p>
            <a:pPr fontAlgn="base">
              <a:spcAft>
                <a:spcPts val="1125"/>
              </a:spcAft>
            </a:pPr>
            <a:r>
              <a:rPr lang="en-US" dirty="0"/>
              <a:t>A binary search tree usually does not have any duplicate nodes</a:t>
            </a:r>
            <a:endParaRPr lang="en-US" b="0" i="0" dirty="0">
              <a:solidFill>
                <a:srgbClr val="444444"/>
              </a:solidFill>
              <a:effectLst/>
              <a:latin typeface="Titillium"/>
            </a:endParaRPr>
          </a:p>
        </p:txBody>
      </p:sp>
      <p:pic>
        <p:nvPicPr>
          <p:cNvPr id="9218" name="Picture 2" descr="Binary search tree in DS">
            <a:extLst>
              <a:ext uri="{FF2B5EF4-FFF2-40B4-BE49-F238E27FC236}">
                <a16:creationId xmlns:a16="http://schemas.microsoft.com/office/drawing/2014/main" id="{B2D79EAD-34B0-AA36-4806-422DAE1D1A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8770" y="2750367"/>
            <a:ext cx="4705350" cy="338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932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2FC2-B26A-D159-FE01-801EF9D17D7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35C2EB7-48E5-42B4-65AE-EB4EACDDE4AC}"/>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163F0329-AE7C-6CB6-D906-DA9390F2D611}"/>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C27AD3F6-D928-517B-FAFB-BEE797CA4DDA}"/>
              </a:ext>
            </a:extLst>
          </p:cNvPr>
          <p:cNvSpPr>
            <a:spLocks noGrp="1"/>
          </p:cNvSpPr>
          <p:nvPr>
            <p:ph type="sldNum" sz="quarter" idx="12"/>
          </p:nvPr>
        </p:nvSpPr>
        <p:spPr/>
        <p:txBody>
          <a:bodyPr/>
          <a:lstStyle/>
          <a:p>
            <a:fld id="{6EFE7C99-B088-4EBB-BFF6-BECCC96D5DD8}" type="slidenum">
              <a:rPr lang="en-US" smtClean="0"/>
              <a:pPr/>
              <a:t>18</a:t>
            </a:fld>
            <a:endParaRPr lang="en-US" dirty="0"/>
          </a:p>
        </p:txBody>
      </p:sp>
      <p:sp>
        <p:nvSpPr>
          <p:cNvPr id="10" name="TextBox 9">
            <a:extLst>
              <a:ext uri="{FF2B5EF4-FFF2-40B4-BE49-F238E27FC236}">
                <a16:creationId xmlns:a16="http://schemas.microsoft.com/office/drawing/2014/main" id="{139BFE28-626C-7222-8FF0-1ACFBA1A2C8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416F3EC5-8C2C-1FFB-BF5F-B4628F5E8A4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092A7C96-98FF-6C01-0655-2895A81ABD04}"/>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98050AD-8C65-BE18-D595-4933DB2DC64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Representation of Binary Search Tree</a:t>
              </a:r>
              <a:endParaRPr lang="en-US" sz="2000" dirty="0"/>
            </a:p>
          </p:txBody>
        </p:sp>
      </p:grpSp>
      <p:sp>
        <p:nvSpPr>
          <p:cNvPr id="16" name="Footer Placeholder 15">
            <a:extLst>
              <a:ext uri="{FF2B5EF4-FFF2-40B4-BE49-F238E27FC236}">
                <a16:creationId xmlns:a16="http://schemas.microsoft.com/office/drawing/2014/main" id="{B33C0100-5413-A253-2E0B-158419029783}"/>
              </a:ext>
            </a:extLst>
          </p:cNvPr>
          <p:cNvSpPr>
            <a:spLocks noGrp="1"/>
          </p:cNvSpPr>
          <p:nvPr>
            <p:ph type="ftr" sz="quarter" idx="11"/>
          </p:nvPr>
        </p:nvSpPr>
        <p:spPr/>
        <p:txBody>
          <a:bodyPr/>
          <a:lstStyle/>
          <a:p>
            <a:r>
              <a:rPr lang="en-US"/>
              <a:t>Prof. Venkataramana Veeramsetty</a:t>
            </a:r>
          </a:p>
        </p:txBody>
      </p:sp>
      <p:sp>
        <p:nvSpPr>
          <p:cNvPr id="9" name="TextBox 8">
            <a:extLst>
              <a:ext uri="{FF2B5EF4-FFF2-40B4-BE49-F238E27FC236}">
                <a16:creationId xmlns:a16="http://schemas.microsoft.com/office/drawing/2014/main" id="{71C47006-E6AE-933E-874E-A0D5017D710E}"/>
              </a:ext>
            </a:extLst>
          </p:cNvPr>
          <p:cNvSpPr txBox="1"/>
          <p:nvPr/>
        </p:nvSpPr>
        <p:spPr>
          <a:xfrm>
            <a:off x="317643" y="1336479"/>
            <a:ext cx="11116796" cy="2454518"/>
          </a:xfrm>
          <a:prstGeom prst="rect">
            <a:avLst/>
          </a:prstGeom>
          <a:noFill/>
        </p:spPr>
        <p:txBody>
          <a:bodyPr wrap="square">
            <a:spAutoFit/>
          </a:bodyPr>
          <a:lstStyle/>
          <a:p>
            <a:pPr algn="l" fontAlgn="base">
              <a:buNone/>
            </a:pPr>
            <a:r>
              <a:rPr lang="en-US" b="0" i="0" dirty="0">
                <a:solidFill>
                  <a:srgbClr val="444444"/>
                </a:solidFill>
                <a:effectLst/>
                <a:latin typeface="Titillium"/>
              </a:rPr>
              <a:t>A binary search tree(BST) is a special type of binary tree and is also known as a sorted or ordered binary tree. In a binary search tree:</a:t>
            </a:r>
          </a:p>
          <a:p>
            <a:pPr algn="l" fontAlgn="base">
              <a:buNone/>
            </a:pPr>
            <a:endParaRPr lang="en-US" b="0" i="0" dirty="0">
              <a:solidFill>
                <a:srgbClr val="444444"/>
              </a:solidFill>
              <a:effectLst/>
              <a:latin typeface="Titillium"/>
            </a:endParaRP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left node is less than the value of the parent node.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right node is greater than the value of the parent node.</a:t>
            </a:r>
          </a:p>
          <a:p>
            <a:pPr lvl="1" fontAlgn="base">
              <a:spcAft>
                <a:spcPts val="1125"/>
              </a:spcAft>
              <a:buFont typeface="Arial" panose="020B0604020202020204" pitchFamily="34" charset="0"/>
              <a:buChar char="•"/>
            </a:pPr>
            <a:endParaRPr lang="en-US" b="0" i="0" dirty="0">
              <a:solidFill>
                <a:srgbClr val="444444"/>
              </a:solidFill>
              <a:effectLst/>
              <a:latin typeface="Titillium"/>
            </a:endParaRPr>
          </a:p>
          <a:p>
            <a:pPr fontAlgn="base">
              <a:spcAft>
                <a:spcPts val="1125"/>
              </a:spcAft>
            </a:pPr>
            <a:r>
              <a:rPr lang="en-US" dirty="0"/>
              <a:t>A binary search tree usually does not have any duplicate nodes</a:t>
            </a:r>
            <a:endParaRPr lang="en-US" b="0" i="0" dirty="0">
              <a:solidFill>
                <a:srgbClr val="444444"/>
              </a:solidFill>
              <a:effectLst/>
              <a:latin typeface="Titillium"/>
            </a:endParaRPr>
          </a:p>
        </p:txBody>
      </p:sp>
      <p:pic>
        <p:nvPicPr>
          <p:cNvPr id="9218" name="Picture 2" descr="Binary search tree in DS">
            <a:extLst>
              <a:ext uri="{FF2B5EF4-FFF2-40B4-BE49-F238E27FC236}">
                <a16:creationId xmlns:a16="http://schemas.microsoft.com/office/drawing/2014/main" id="{57C2114E-1CE8-4AAD-12F2-AAAB87F51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0610" y="3441568"/>
            <a:ext cx="3743510" cy="269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27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35C79-8F95-AF6A-0579-98AC19FBDE6A}"/>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ABC3ED7E-109B-3290-EB78-5AE7A8D6B4C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A103217-3046-8049-79DF-92A0F31D1169}"/>
              </a:ext>
            </a:extLst>
          </p:cNvPr>
          <p:cNvSpPr>
            <a:spLocks noGrp="1"/>
          </p:cNvSpPr>
          <p:nvPr>
            <p:ph type="dt" sz="half" idx="10"/>
          </p:nvPr>
        </p:nvSpPr>
        <p:spPr/>
        <p:txBody>
          <a:bodyPr/>
          <a:lstStyle/>
          <a:p>
            <a:fld id="{957F14D1-DE72-476D-8447-65A714EC83A2}" type="datetime1">
              <a:rPr lang="en-US" smtClean="0"/>
              <a:pPr/>
              <a:t>9/17/2025</a:t>
            </a:fld>
            <a:endParaRPr lang="en-US" dirty="0"/>
          </a:p>
        </p:txBody>
      </p:sp>
      <p:sp>
        <p:nvSpPr>
          <p:cNvPr id="15" name="Slide Number Placeholder 14">
            <a:extLst>
              <a:ext uri="{FF2B5EF4-FFF2-40B4-BE49-F238E27FC236}">
                <a16:creationId xmlns:a16="http://schemas.microsoft.com/office/drawing/2014/main" id="{EC31CFA9-50E0-AA38-3C51-3147237B4086}"/>
              </a:ext>
            </a:extLst>
          </p:cNvPr>
          <p:cNvSpPr>
            <a:spLocks noGrp="1"/>
          </p:cNvSpPr>
          <p:nvPr>
            <p:ph type="sldNum" sz="quarter" idx="12"/>
          </p:nvPr>
        </p:nvSpPr>
        <p:spPr/>
        <p:txBody>
          <a:bodyPr/>
          <a:lstStyle/>
          <a:p>
            <a:fld id="{6EFE7C99-B088-4EBB-BFF6-BECCC96D5DD8}" type="slidenum">
              <a:rPr lang="en-US" smtClean="0"/>
              <a:pPr/>
              <a:t>19</a:t>
            </a:fld>
            <a:endParaRPr lang="en-US" dirty="0"/>
          </a:p>
        </p:txBody>
      </p:sp>
      <p:sp>
        <p:nvSpPr>
          <p:cNvPr id="10" name="TextBox 9">
            <a:extLst>
              <a:ext uri="{FF2B5EF4-FFF2-40B4-BE49-F238E27FC236}">
                <a16:creationId xmlns:a16="http://schemas.microsoft.com/office/drawing/2014/main" id="{982BA42C-AB93-ECD0-7324-1FA547B10839}"/>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AA7C6660-FFE8-FCFD-8115-884FE6682B1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232D9C2A-ACEB-39D9-44D8-C7A80E1BDC31}"/>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1A1E56B-C521-E1FD-DA20-27A8B9545AA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References</a:t>
              </a:r>
              <a:endParaRPr lang="en-US" sz="2000" dirty="0"/>
            </a:p>
          </p:txBody>
        </p:sp>
      </p:grpSp>
      <p:sp>
        <p:nvSpPr>
          <p:cNvPr id="16" name="Footer Placeholder 15">
            <a:extLst>
              <a:ext uri="{FF2B5EF4-FFF2-40B4-BE49-F238E27FC236}">
                <a16:creationId xmlns:a16="http://schemas.microsoft.com/office/drawing/2014/main" id="{76C5FD22-591D-1B37-7E45-E430A651DB15}"/>
              </a:ext>
            </a:extLst>
          </p:cNvPr>
          <p:cNvSpPr>
            <a:spLocks noGrp="1"/>
          </p:cNvSpPr>
          <p:nvPr>
            <p:ph type="ftr" sz="quarter" idx="11"/>
          </p:nvPr>
        </p:nvSpPr>
        <p:spPr/>
        <p:txBody>
          <a:bodyPr/>
          <a:lstStyle/>
          <a:p>
            <a:r>
              <a:rPr lang="en-US"/>
              <a:t>Prof. Venkataramana Veeramsetty</a:t>
            </a:r>
          </a:p>
        </p:txBody>
      </p:sp>
      <p:sp>
        <p:nvSpPr>
          <p:cNvPr id="8" name="Content Placeholder 2">
            <a:extLst>
              <a:ext uri="{FF2B5EF4-FFF2-40B4-BE49-F238E27FC236}">
                <a16:creationId xmlns:a16="http://schemas.microsoft.com/office/drawing/2014/main" id="{38DD6A13-603F-CD78-0517-55DCC03E32CD}"/>
              </a:ext>
            </a:extLst>
          </p:cNvPr>
          <p:cNvSpPr txBox="1">
            <a:spLocks/>
          </p:cNvSpPr>
          <p:nvPr/>
        </p:nvSpPr>
        <p:spPr>
          <a:xfrm>
            <a:off x="838200" y="1825625"/>
            <a:ext cx="10515600" cy="224034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a:hlinkClick r:id="rId4"/>
              </a:rPr>
              <a:t>https://techvidvan.com/tutorials/binary-search-tree/</a:t>
            </a:r>
            <a:endParaRPr lang="en-IN"/>
          </a:p>
          <a:p>
            <a:pPr algn="l"/>
            <a:r>
              <a:rPr lang="en-IN">
                <a:hlinkClick r:id="rId5"/>
              </a:rPr>
              <a:t>https://techvidvan.com/tutorials/stack-in-data-structure/</a:t>
            </a:r>
            <a:endParaRPr lang="en-IN"/>
          </a:p>
          <a:p>
            <a:pPr algn="l"/>
            <a:r>
              <a:rPr lang="en-IN">
                <a:hlinkClick r:id="rId6"/>
              </a:rPr>
              <a:t>https://techvidvan.com/tutorials/queue-in-data-structure/</a:t>
            </a:r>
            <a:endParaRPr lang="en-IN" dirty="0"/>
          </a:p>
        </p:txBody>
      </p:sp>
    </p:spTree>
    <p:extLst>
      <p:ext uri="{BB962C8B-B14F-4D97-AF65-F5344CB8AC3E}">
        <p14:creationId xmlns:p14="http://schemas.microsoft.com/office/powerpoint/2010/main" val="181137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EB0818-8EE1-434A-BBF0-6B5B0F8B399A}" type="datetime1">
              <a:rPr lang="en-US" smtClean="0"/>
              <a:pPr/>
              <a:t>9/17/2025</a:t>
            </a:fld>
            <a:endParaRPr lang="en-US"/>
          </a:p>
        </p:txBody>
      </p:sp>
      <p:sp>
        <p:nvSpPr>
          <p:cNvPr id="5" name="Footer Placeholder 4"/>
          <p:cNvSpPr>
            <a:spLocks noGrp="1"/>
          </p:cNvSpPr>
          <p:nvPr>
            <p:ph type="ftr" sz="quarter" idx="11"/>
          </p:nvPr>
        </p:nvSpPr>
        <p:spPr/>
        <p:txBody>
          <a:bodyPr/>
          <a:lstStyle/>
          <a:p>
            <a:r>
              <a:rPr lang="en-US"/>
              <a:t>Prof. Venkataramana Veeramsetty</a:t>
            </a:r>
          </a:p>
        </p:txBody>
      </p:sp>
      <p:sp>
        <p:nvSpPr>
          <p:cNvPr id="6" name="Slide Number Placeholder 5"/>
          <p:cNvSpPr>
            <a:spLocks noGrp="1"/>
          </p:cNvSpPr>
          <p:nvPr>
            <p:ph type="sldNum" sz="quarter" idx="12"/>
          </p:nvPr>
        </p:nvSpPr>
        <p:spPr/>
        <p:txBody>
          <a:bodyPr/>
          <a:lstStyle/>
          <a:p>
            <a:fld id="{6EFE7C99-B088-4EBB-BFF6-BECCC96D5DD8}" type="slidenum">
              <a:rPr lang="en-US" smtClean="0"/>
              <a:pPr/>
              <a:t>20</a:t>
            </a:fld>
            <a:endParaRPr lang="en-US"/>
          </a:p>
        </p:txBody>
      </p:sp>
      <p:sp>
        <p:nvSpPr>
          <p:cNvPr id="7" name="Rectangle 6"/>
          <p:cNvSpPr/>
          <p:nvPr/>
        </p:nvSpPr>
        <p:spPr>
          <a:xfrm>
            <a:off x="3592879" y="2967335"/>
            <a:ext cx="366016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6402</TotalTime>
  <Words>2722</Words>
  <Application>Microsoft Office PowerPoint</Application>
  <PresentationFormat>Widescreen</PresentationFormat>
  <Paragraphs>275</Paragraphs>
  <Slides>20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Cambria</vt:lpstr>
      <vt:lpstr>Nunito</vt:lpstr>
      <vt:lpstr>Titillium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Sujoy  Saha</dc:creator>
  <cp:lastModifiedBy>venkataramana veeramsetty</cp:lastModifiedBy>
  <cp:revision>100</cp:revision>
  <dcterms:created xsi:type="dcterms:W3CDTF">2025-01-02T14:33:31Z</dcterms:created>
  <dcterms:modified xsi:type="dcterms:W3CDTF">2025-09-17T07:04:49Z</dcterms:modified>
</cp:coreProperties>
</file>