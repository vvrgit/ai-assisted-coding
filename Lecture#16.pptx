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05" r:id="rId3"/>
    <p:sldId id="311" r:id="rId4"/>
    <p:sldId id="312" r:id="rId5"/>
    <p:sldId id="313" r:id="rId6"/>
    <p:sldId id="310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14" r:id="rId20"/>
    <p:sldId id="3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E91"/>
    <a:srgbClr val="164F8F"/>
    <a:srgbClr val="D1DAFF"/>
    <a:srgbClr val="FFFFFF"/>
    <a:srgbClr val="184F90"/>
    <a:srgbClr val="105498"/>
    <a:srgbClr val="18509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25" autoAdjust="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BA0C7-BE67-48D5-BD35-DA5DB3D3A476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7D57-D457-4EAE-BF4F-2FDE0C552E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C904-6901-7353-0B51-87BD8CE8B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50CBC-60E5-A3DB-AA50-AA84FD719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932E1-8B7D-1754-6EB2-440DB6E73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9C2F0-2849-D9AF-76E7-A0F8D07AF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2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E783-D802-2A11-DCD5-F1AD7719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E2D3F-FB4E-31FA-9467-A66C75056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98D88-C24E-5441-129C-F55059D62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AAFEE-FFD3-E0FF-5D15-A5C7CA946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30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883C7-6BA5-C71E-C15C-09A884851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1CE81-0C77-AEF6-0467-24E4D0F13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47DFF-1185-C08C-D00B-E6B9DA8B4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7655A-45F4-05CA-816B-C3A89F8707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3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8F41-97AE-5D30-5DF6-4F58657F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78065-A6C8-DFD3-D355-A7F9289E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1D3C2-8BD9-59E3-B1C7-8AEC2B3E6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26D93-F588-C69E-CE60-EFC54F6B1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0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7E659-5F01-7453-11F9-4FE97459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0E43F-C314-4CF4-572B-2B3A29F6A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99F15-3164-EB39-A4EA-E717FDFEF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9D0DC-02E7-45FC-DF4D-3780D5E45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23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F4519-220C-4584-890E-F0E0DE34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07B25-2C78-E086-0649-980649595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C161B-E3C7-DDC6-8AF4-EB3932A71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95071-3D28-36DB-1738-768A75CC0A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38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C2A9-1868-7900-DFE0-B23BDFE5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9E090-55F5-E9A4-931D-350D17ABA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A16CE-438C-F0F7-DD8F-1DD9241EB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9D8CC-3C80-EAB4-612B-3ABF593AD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93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0BC52-350D-8B8B-1917-FA30A8B3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BA21B-8191-CAC9-50C1-74AC3324D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4242E-EB4E-0756-E634-0B8C85DCF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65A40-1C3F-69B7-75F7-6EE17FC9C2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47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98FC-EBDB-A708-140F-1A8D279E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0D045-A699-EC32-A251-930ADE45B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26A05-D829-4B4A-BF22-E66A3873D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TABLE IF EXISTS departments;</a:t>
            </a:r>
          </a:p>
          <a:p>
            <a:endParaRPr lang="en-US" dirty="0"/>
          </a:p>
          <a:p>
            <a:r>
              <a:rPr lang="en-US" dirty="0"/>
              <a:t>To Delete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E0F09-D8A9-C3E1-FE03-02E551DCC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80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5734-C5A5-52BA-A61F-8610D7B4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59C74-0C8C-A021-D9F0-1E355B119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24AB9-23CB-1FA4-E2C1-A5F9EE66A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TABLE IF EXISTS departments;</a:t>
            </a:r>
          </a:p>
          <a:p>
            <a:endParaRPr lang="en-US" dirty="0"/>
          </a:p>
          <a:p>
            <a:r>
              <a:rPr lang="en-US" dirty="0"/>
              <a:t>To Delete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F761-A98C-307C-6A2C-0A32A5983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56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64C9-B76E-29E6-8ACC-780A843C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6B100-C17A-4014-F906-09604A65B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AE2D4-8941-011C-30E5-001BCD24D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TABLE IF EXISTS departments;</a:t>
            </a:r>
          </a:p>
          <a:p>
            <a:endParaRPr lang="en-US" dirty="0"/>
          </a:p>
          <a:p>
            <a:r>
              <a:rPr lang="en-US" dirty="0"/>
              <a:t>To Delete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B5B3D-FDA4-F115-8E84-308710B06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85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4581-4995-BDEE-3CEE-B40927340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0B529-9DC1-8D88-0B5D-49743DA33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EC26C-2B6A-44B2-1F73-349D0F5E9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TABLE IF EXISTS departments;</a:t>
            </a:r>
          </a:p>
          <a:p>
            <a:endParaRPr lang="en-US" dirty="0"/>
          </a:p>
          <a:p>
            <a:r>
              <a:rPr lang="en-US" dirty="0"/>
              <a:t>To Delete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75AAF-9A45-27A4-9D08-8E9A8ACEA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10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CF120-C30B-7C3C-DC4B-85998087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48DCA-9F67-A285-3108-B009EAF3F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16652-BCAF-4846-0F40-BE856DF74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TABLE IF EXISTS departments;</a:t>
            </a:r>
          </a:p>
          <a:p>
            <a:endParaRPr lang="en-US" dirty="0"/>
          </a:p>
          <a:p>
            <a:r>
              <a:rPr lang="en-US" dirty="0"/>
              <a:t>To Delete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6BC06-3B40-0C72-E69C-F1055D490A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4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061D-FF5D-899E-5D07-F7C9C085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8F7C1-C90B-77DD-D524-80D393357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76E99-E160-040B-83FF-66436D1F9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TABLE IF EXISTS departments;</a:t>
            </a:r>
          </a:p>
          <a:p>
            <a:endParaRPr lang="en-US" dirty="0"/>
          </a:p>
          <a:p>
            <a:r>
              <a:rPr lang="en-US" dirty="0"/>
              <a:t>To Delete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D4547-6EA6-46E4-3BDE-4AEA98F30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80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453E-C524-0B3D-59F9-63FD53E36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212D5-E235-67B8-28A4-71EB2384E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D5E94-310B-EB83-1920-7737DD072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TABLE IF EXISTS departments;</a:t>
            </a:r>
          </a:p>
          <a:p>
            <a:endParaRPr lang="en-US" dirty="0"/>
          </a:p>
          <a:p>
            <a:r>
              <a:rPr lang="en-US" dirty="0"/>
              <a:t>To Delete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0B06F-72FC-AF10-EB92-02619DE3A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05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252E-9640-25E8-DA99-9EA44EC8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09033-D24F-23F1-C8ED-304708D3F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BC70F-E5C5-0899-769B-E6ADC4B21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Implement fundamental data structures in Python</a:t>
            </a:r>
          </a:p>
          <a:p>
            <a:r>
              <a:rPr lang="en-US" dirty="0"/>
              <a:t>• Use AI to generate and optimize code</a:t>
            </a:r>
          </a:p>
          <a:p>
            <a:r>
              <a:rPr lang="en-US" dirty="0"/>
              <a:t>• Compare multiple implementations suggested by AI</a:t>
            </a:r>
          </a:p>
          <a:p>
            <a:r>
              <a:rPr lang="en-US" dirty="0"/>
              <a:t>• Reinforce problem-solving using AI-powered coding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4AD02-FCC3-27F3-A964-7129ED361E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7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E15A-8ED6-8531-ACA3-5CE122589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7DFD0-D83B-EBC4-CEFB-E8BCBC290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29BF-34AB-6B7C-2221-C7471337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29E6E-63F9-4FC7-8CFE-B57C7A78BC4B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F78E-7794-F036-28F3-88211ACD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3C1D-8CA2-9094-5D87-C15A9973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8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9628-5864-D26E-C525-65E3E5BA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7314-70E0-2292-24E3-AB5D75A3E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1846E-FBFF-1E2E-99A4-BE0E4E06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0818-8EE1-434A-BBF0-6B5B0F8B399A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4DED9-C0B4-116E-2505-1DBDB66A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32EF-85F9-6967-DAF1-FD8F565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4261-5AB7-0C17-0691-FAC08076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323B7-BFB6-CB47-54A2-D9047A01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65AF4-438B-B3E9-E401-90F0D5C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798-9A3B-4036-954B-2D9430223118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C8DE-9A32-A5C0-0E13-05A74F38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8E43D-0D9C-7B2E-C87D-4680F225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4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2B64-C63E-44E9-2506-8D19BCE1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2EBF-C5BF-83EF-F061-70599F4F7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F7818-064D-B14D-C27C-DBFF56D9C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98F46-BD53-3CDC-1C65-41CC5EC5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F325-7C2A-41C0-AFE6-51DB9093C16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5A4F0-E8D7-9512-2938-CC32A109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8909C-21EB-59DF-39FF-210F6306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6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6C29-DA86-6F21-8709-CCB3B948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9C9AC-3485-C255-51FE-BF2807C85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4E693-EB5D-0123-AE87-7BEAA5F8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2530E-CA4A-F62C-C8E7-7A271E23F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2A2CC-C818-7B55-C1D7-E81B96CA0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ADFDB-C373-CB11-8A66-84DE595D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ADB4-3FD1-4E07-A2B9-98A69C71E907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2E257-BED6-EEE0-2F86-D12E9B4C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6BED7-9CDB-5725-CB58-D080D33C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BB1D-580F-5132-C23E-B9CD688E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580E1-1188-F78F-DBDB-BD60F976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62F3-9D45-4AE9-AAC2-89F814DABB88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376EA-12EF-2180-D39D-32B344D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EC9DB-DCC3-B1AB-587D-7D5D1DF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7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57248-1ACE-B0B5-9242-19E7C147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E71-A404-4C6B-BA20-EBBC64FC893D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83C30-0C93-9307-2564-157C4493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E16DA-E589-FA88-4D7C-103B1A6A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4F56-B781-88DE-B5CF-8666E168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48CB4-7C73-57F6-4C1F-6C475FF9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CB3E8-9234-B7F9-0909-B0DDAA520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25712-9136-2D26-AB91-5E8C187F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552DD-4519-4609-B804-D5D4D97D21E7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51FC2-9B9E-5567-DCBC-97BA5F12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D5149-27C1-FBF9-584D-0CDCAADD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5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ECB5-0124-E4AB-796D-4DD2001A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109C8-FE9F-0C66-9C71-8C3DDAE5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CBBC3-C85A-2A3F-441B-71C12E1B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CC9F9-8D8B-FF83-A7D0-ECAE1A08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7FBA-9928-479F-A232-A50A482B881F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17425-9B0E-9676-ADA4-8456000A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C69FA-8AB7-BCF6-F761-4FAE3861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0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38D7-ED46-1642-DC1A-3A465BB2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E15FD-A10E-BAF8-E05C-538407F87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E2C9-0FB1-E71A-FB85-9648E018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516C-6EE7-4F99-A3E1-1C2A5FC4A80F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025A5-BF35-212A-9794-5B9117B8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621E-0398-079F-48B0-4E9BF4D8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0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85918-5C87-9CA6-5F8A-9772EFAB8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2CDE8-2A9D-A636-8E8E-D9BC332C9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A6C24-D833-818E-EA16-DF647970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10B26-6DF6-41E7-9E79-2F8F2A1599E8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E245-B4A4-F43F-404C-840EF95B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5E3AB-A1E1-E9C0-F70E-E74A4DF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7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C4ECF-2932-CCE3-D471-28AEE158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F014-55A0-15E8-570C-9924061EA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C8E4-76AA-BD7E-E8F5-883744F5A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9BFC8-5C74-495F-A3BA-0D466EB87652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E52D-3D9F-AC04-8299-E6328C65F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F1DD0-ABF1-D159-6BFD-2D7BD5284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0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dev.mysql.com/downloads/installer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9ADd-_mM5Dw&amp;t=331s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C027CC2F-7B4F-AA9B-4D81-E98F83DF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42C3F97-7163-10DB-A067-B3F156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6A9F-AD96-4D7B-9874-EB7A5E6B8FED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43A2CC-628E-6D6B-CB09-6DD9562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43BD2A-3656-4EFB-EE81-1532C7D1499D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A3A666-1D60-C481-FA38-2B6816EEF98A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5B2BB8-BCBA-3DA1-A07C-DCC08FAF71AB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School of Computer Science and AI, SR University</a:t>
              </a:r>
              <a:endParaRPr lang="en-US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643550-BC90-31DB-C96C-291D61ED3D0D}"/>
              </a:ext>
            </a:extLst>
          </p:cNvPr>
          <p:cNvSpPr txBox="1"/>
          <p:nvPr/>
        </p:nvSpPr>
        <p:spPr>
          <a:xfrm>
            <a:off x="109909" y="3949851"/>
            <a:ext cx="5525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64F8F"/>
                </a:solidFill>
              </a:rPr>
              <a:t>Dr. Venkataramana Veeramsetty</a:t>
            </a:r>
          </a:p>
          <a:p>
            <a:r>
              <a:rPr lang="en-US" sz="2400" b="1" dirty="0">
                <a:solidFill>
                  <a:srgbClr val="164F8F"/>
                </a:solidFill>
              </a:rPr>
              <a:t>Professor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852DD20-2BA1-1097-A1A8-83E90344B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48242"/>
              </p:ext>
            </p:extLst>
          </p:nvPr>
        </p:nvGraphicFramePr>
        <p:xfrm>
          <a:off x="109910" y="1273306"/>
          <a:ext cx="605332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716">
                  <a:extLst>
                    <a:ext uri="{9D8B030D-6E8A-4147-A177-3AD203B41FA5}">
                      <a16:colId xmlns:a16="http://schemas.microsoft.com/office/drawing/2014/main" val="1381312057"/>
                    </a:ext>
                  </a:extLst>
                </a:gridCol>
                <a:gridCol w="2557995">
                  <a:extLst>
                    <a:ext uri="{9D8B030D-6E8A-4147-A177-3AD203B41FA5}">
                      <a16:colId xmlns:a16="http://schemas.microsoft.com/office/drawing/2014/main" val="242157776"/>
                    </a:ext>
                  </a:extLst>
                </a:gridCol>
                <a:gridCol w="265555">
                  <a:extLst>
                    <a:ext uri="{9D8B030D-6E8A-4147-A177-3AD203B41FA5}">
                      <a16:colId xmlns:a16="http://schemas.microsoft.com/office/drawing/2014/main" val="446022343"/>
                    </a:ext>
                  </a:extLst>
                </a:gridCol>
                <a:gridCol w="578286">
                  <a:extLst>
                    <a:ext uri="{9D8B030D-6E8A-4147-A177-3AD203B41FA5}">
                      <a16:colId xmlns:a16="http://schemas.microsoft.com/office/drawing/2014/main" val="30741803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65650034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4236025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82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25CAI004PC206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AI Assisted Coding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2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47256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Program 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0780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9565CE-F940-4E40-840E-05DAAD5EF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398189"/>
              </p:ext>
            </p:extLst>
          </p:nvPr>
        </p:nvGraphicFramePr>
        <p:xfrm>
          <a:off x="6249563" y="1273306"/>
          <a:ext cx="299483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4839">
                  <a:extLst>
                    <a:ext uri="{9D8B030D-6E8A-4147-A177-3AD203B41FA5}">
                      <a16:colId xmlns:a16="http://schemas.microsoft.com/office/drawing/2014/main" val="244376517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16.	Database Design and Queries: Schema design and SQL generation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5920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174C43-2445-5A44-DE5A-BF274237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322986"/>
              </p:ext>
            </p:extLst>
          </p:nvPr>
        </p:nvGraphicFramePr>
        <p:xfrm>
          <a:off x="9338890" y="1275648"/>
          <a:ext cx="2743200" cy="128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9976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Lecture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- 12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5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SQL Extensions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Connections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Queries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7406387"/>
                  </a:ext>
                </a:extLst>
              </a:tr>
            </a:tbl>
          </a:graphicData>
        </a:graphic>
      </p:graphicFrame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</p:spTree>
    <p:extLst>
      <p:ext uri="{BB962C8B-B14F-4D97-AF65-F5344CB8AC3E}">
        <p14:creationId xmlns:p14="http://schemas.microsoft.com/office/powerpoint/2010/main" val="143416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D16C-EACE-807C-AB29-6D4BBE7A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DA9BF963-A14E-0D23-3CC5-2A29AECF7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DB5567E-5927-9983-2116-CA7232D4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C1B7CF2-B14D-6BDA-CD4A-D84A5D3F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9E1E2-9AD9-535D-2D69-ACE96CF7B40B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14FCD0-21EB-628F-6257-153596366AD3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4B850F-806B-BBFF-1AF4-974F9A13EA87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1B9311-EB0F-91C5-AE6F-9C882E10B2F6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Install </a:t>
              </a:r>
              <a:r>
                <a:rPr lang="en-US" sz="2000" b="1" dirty="0" err="1">
                  <a:solidFill>
                    <a:schemeClr val="bg1"/>
                  </a:solidFill>
                </a:rPr>
                <a:t>mySQL</a:t>
              </a:r>
              <a:endParaRPr lang="en-US" sz="2000" dirty="0"/>
            </a:p>
          </p:txBody>
        </p:sp>
      </p:grp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3A9B3-FD13-EFCF-CB64-F51BF008DF93}"/>
              </a:ext>
            </a:extLst>
          </p:cNvPr>
          <p:cNvSpPr txBox="1"/>
          <p:nvPr/>
        </p:nvSpPr>
        <p:spPr>
          <a:xfrm>
            <a:off x="317643" y="1447930"/>
            <a:ext cx="10715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Install MySQL using </a:t>
            </a:r>
            <a:r>
              <a:rPr lang="en-US" dirty="0">
                <a:hlinkClick r:id="rId4"/>
              </a:rPr>
              <a:t>https://dev.mysql.com/downloads/installer/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A5C8-D18C-281D-4758-B68D67942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6544" y="2017374"/>
            <a:ext cx="6869038" cy="413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3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0A153-BF0F-8B1C-63AA-929BCFAB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1F2B3DC5-688F-3323-E187-7CBF8C0F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F14C84D-607E-C74C-0101-C2649B84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9C315ED-7B2B-0C25-6424-C2523319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15385-D8D2-F93E-4A74-C5678D706E51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828BF4-2841-BA3A-FD20-29B5E543134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A94502-B9F2-0EF3-C28C-ECE2D210DE4F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B24E21-F6F7-74EA-1125-1D0F13BA23A6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mySQL</a:t>
              </a:r>
              <a:r>
                <a:rPr lang="en-US" sz="2000" b="1" dirty="0">
                  <a:solidFill>
                    <a:schemeClr val="bg1"/>
                  </a:solidFill>
                </a:rPr>
                <a:t> extension on VS code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9695FAC-3786-37BD-E317-5439C1F4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F8C59-A9C8-6A63-1EA4-53FCFFCDBCFE}"/>
              </a:ext>
            </a:extLst>
          </p:cNvPr>
          <p:cNvSpPr txBox="1"/>
          <p:nvPr/>
        </p:nvSpPr>
        <p:spPr>
          <a:xfrm>
            <a:off x="485395" y="3030081"/>
            <a:ext cx="279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 Add </a:t>
            </a:r>
            <a:r>
              <a:rPr lang="en-IN" dirty="0" err="1"/>
              <a:t>SQLTools</a:t>
            </a:r>
            <a:r>
              <a:rPr lang="en-IN" dirty="0"/>
              <a:t> Extension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98E937-79B6-85DF-C48D-1612796C2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50" y="1488090"/>
            <a:ext cx="3921557" cy="14112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E04472-43DF-6621-9AAA-EC1D0C528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650" y="1471509"/>
            <a:ext cx="3848637" cy="43249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761C5EC-53AE-BB66-37FA-34F023FDC7FA}"/>
              </a:ext>
            </a:extLst>
          </p:cNvPr>
          <p:cNvSpPr txBox="1"/>
          <p:nvPr/>
        </p:nvSpPr>
        <p:spPr>
          <a:xfrm>
            <a:off x="4903463" y="5848350"/>
            <a:ext cx="2528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 Add New Connection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FCD878-8D34-23AD-A903-C78AA6668C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5" y="3701450"/>
            <a:ext cx="2857899" cy="67636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246253B-EFE8-D6B8-5314-714E427B7C43}"/>
              </a:ext>
            </a:extLst>
          </p:cNvPr>
          <p:cNvSpPr txBox="1"/>
          <p:nvPr/>
        </p:nvSpPr>
        <p:spPr>
          <a:xfrm>
            <a:off x="485395" y="4443184"/>
            <a:ext cx="205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 Install this driver</a:t>
            </a:r>
          </a:p>
        </p:txBody>
      </p:sp>
    </p:spTree>
    <p:extLst>
      <p:ext uri="{BB962C8B-B14F-4D97-AF65-F5344CB8AC3E}">
        <p14:creationId xmlns:p14="http://schemas.microsoft.com/office/powerpoint/2010/main" val="351316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C70F-5E8C-B050-5300-87532D6E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197A2FAA-DF34-A994-0891-479D18FCC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8ACA507-57CF-ED7F-E551-001D6116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70A168B-23DC-35B0-6466-84B347A8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42706-4688-E8D2-B0FA-B1C7963FB569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18B9FF-BC1A-5C58-9BDF-6AF20BA404DE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C26CC0-90F2-89FD-7848-07C7E36366D0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CF96E9-8856-E5AC-ECBE-2A049E9841F3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mySQL</a:t>
              </a:r>
              <a:r>
                <a:rPr lang="en-US" sz="2000" b="1" dirty="0">
                  <a:solidFill>
                    <a:schemeClr val="bg1"/>
                  </a:solidFill>
                </a:rPr>
                <a:t> extension on VS code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DC224A0-E842-241F-62FE-12AB0931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ABFBE1-AB87-103D-A24B-95C81C1B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43" y="1141658"/>
            <a:ext cx="3915321" cy="1343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E41590-E31B-6291-60D3-55999750366E}"/>
              </a:ext>
            </a:extLst>
          </p:cNvPr>
          <p:cNvSpPr txBox="1"/>
          <p:nvPr/>
        </p:nvSpPr>
        <p:spPr>
          <a:xfrm>
            <a:off x="526771" y="2620158"/>
            <a:ext cx="1975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 Click on MySQL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8E809B-55AF-F757-FDE9-95131E1B7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106" y="923407"/>
            <a:ext cx="6376694" cy="53213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0B3DED-5459-18E5-B46D-C3015CFBF923}"/>
              </a:ext>
            </a:extLst>
          </p:cNvPr>
          <p:cNvSpPr txBox="1"/>
          <p:nvPr/>
        </p:nvSpPr>
        <p:spPr>
          <a:xfrm>
            <a:off x="1993469" y="5746553"/>
            <a:ext cx="298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 Test and Save Connection</a:t>
            </a:r>
          </a:p>
        </p:txBody>
      </p:sp>
    </p:spTree>
    <p:extLst>
      <p:ext uri="{BB962C8B-B14F-4D97-AF65-F5344CB8AC3E}">
        <p14:creationId xmlns:p14="http://schemas.microsoft.com/office/powerpoint/2010/main" val="55253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CB351-EA75-BB32-7539-5D4329D9F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CE060F77-870B-1D4F-34E5-C46C805B2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403EC0A-C0A7-2F31-B5C8-D77C91F3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BBB518E-3B2D-4D0F-DCB5-91799769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2A4B8-00D8-92E3-AB3B-DAEA130E25C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1BBA159-4074-795B-0CE4-A97A9E6EB210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E256FA-BD73-5439-8371-3CFE4C6FDA2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EF3BF1-303D-9082-72C9-642A5EF3B726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mySQL</a:t>
              </a:r>
              <a:r>
                <a:rPr lang="en-US" sz="2000" b="1" dirty="0">
                  <a:solidFill>
                    <a:schemeClr val="bg1"/>
                  </a:solidFill>
                </a:rPr>
                <a:t> extension on VS code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F694ACB-6F25-ADB6-B3C6-85093D61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F29D4D-8DC5-43FD-A868-EA8047E82E39}"/>
              </a:ext>
            </a:extLst>
          </p:cNvPr>
          <p:cNvSpPr txBox="1"/>
          <p:nvPr/>
        </p:nvSpPr>
        <p:spPr>
          <a:xfrm>
            <a:off x="4086687" y="5136627"/>
            <a:ext cx="2559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 Click on connect now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0D9CB1-B7E0-62BE-B235-41487734A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63" y="1062169"/>
            <a:ext cx="11430180" cy="401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0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C0C92-61ED-B311-49DB-36717BFD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5BF6AF26-D529-BD37-B563-D1A673E44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CD768E2-8846-11D4-3B9F-8FF2E133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112FAC-583C-43F3-FEEF-4FE850ACD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421A2E-46AC-2AF8-457A-1C303023B7F4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1DF301-47F3-0D32-E186-8EA20A9E8CFD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C5CD25-63F7-0E48-BDD8-20C679AE1C3A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C5BEE1-FE51-79E6-EE67-9ECBE3A2F03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Create a Table and INSERT Data and VIEW Table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3577D1-FDC8-849F-059B-E3C40506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3EAD9-7716-E5C8-DF57-2F0AFA832394}"/>
              </a:ext>
            </a:extLst>
          </p:cNvPr>
          <p:cNvSpPr txBox="1"/>
          <p:nvPr/>
        </p:nvSpPr>
        <p:spPr>
          <a:xfrm>
            <a:off x="3887680" y="81778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Create a Sample Database and Table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679FA4-34F4-E8B6-BA8F-0B8F8187D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681" y="1110793"/>
            <a:ext cx="3708637" cy="20714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F0E276-C02B-76D4-F2F8-7BBFDC32C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92" y="4436434"/>
            <a:ext cx="11149614" cy="19100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9FA436-CE71-9604-FD94-0FA206BD08A0}"/>
              </a:ext>
            </a:extLst>
          </p:cNvPr>
          <p:cNvSpPr txBox="1"/>
          <p:nvPr/>
        </p:nvSpPr>
        <p:spPr>
          <a:xfrm>
            <a:off x="4191050" y="406710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Data Insertion and View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91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A2C62-3BB8-2B76-FC36-A222A921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DCEBBE-C769-A1FD-7C3D-0CBAB433E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159FED6-8027-851B-AF14-5C6332B4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5E3BD5-99D9-5A0B-A712-3DBBD08A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6CF250-2C09-2842-7B82-1B09AFA59F5D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58F2AA-D9F0-69E5-FA8E-219BB070A5F7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9629C4-3F06-6E3A-EE15-FA9A55725C31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4D89EB-18B6-9DFD-1293-77CCE921A05F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Basic 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491A02D-F2B1-3439-C3A9-A0518F9E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FDC1C-F954-7DE5-DE7F-886C269E83E6}"/>
              </a:ext>
            </a:extLst>
          </p:cNvPr>
          <p:cNvSpPr txBox="1"/>
          <p:nvPr/>
        </p:nvSpPr>
        <p:spPr>
          <a:xfrm>
            <a:off x="4133803" y="80005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Display employee names and departments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9F893-A1C5-3466-7AE3-74947679BD76}"/>
              </a:ext>
            </a:extLst>
          </p:cNvPr>
          <p:cNvSpPr txBox="1"/>
          <p:nvPr/>
        </p:nvSpPr>
        <p:spPr>
          <a:xfrm>
            <a:off x="4162185" y="370952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Find employees with salary greater than 50,000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1A1C5-657C-06CD-7873-063D6E690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406" y="1253530"/>
            <a:ext cx="5770085" cy="539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D57E77-76BB-D951-2A45-2F27F4817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789" y="1877457"/>
            <a:ext cx="2400635" cy="15623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4D62CA-8D12-1A11-9A00-34FAF76D5B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8434" y="4171504"/>
            <a:ext cx="3258005" cy="3238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03AB5DE-9F0E-C3C9-D298-561A60B947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3127" y="4588046"/>
            <a:ext cx="6382641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9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C44B-463C-B32C-0AC7-5B1C2329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4750937E-6A6B-DAD1-1CCE-D31E0AAEA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027761-B74D-DF71-E3F7-A6B14B45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D368074-6EEC-D0DD-F56E-D7C7C18A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A8D17-43DA-6947-E77F-74EF944D59EB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E1B775-3CC6-818D-B933-5977A0CA825F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8A1629-386C-FF33-706B-D8C559B53FBE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36C2B7-44A4-F398-70A6-8C5B6A592E22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Basic 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63B08F8-1F39-4809-218B-442D9C19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96DCB-7FAF-B116-D68C-ADCBFB7AE33A}"/>
              </a:ext>
            </a:extLst>
          </p:cNvPr>
          <p:cNvSpPr txBox="1"/>
          <p:nvPr/>
        </p:nvSpPr>
        <p:spPr>
          <a:xfrm>
            <a:off x="4133803" y="80005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List employees from IT department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8D4B96-1C86-041F-ACA9-A1BC721E6DC2}"/>
              </a:ext>
            </a:extLst>
          </p:cNvPr>
          <p:cNvSpPr txBox="1"/>
          <p:nvPr/>
        </p:nvSpPr>
        <p:spPr>
          <a:xfrm>
            <a:off x="4133803" y="353243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Order employees by salary descending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4272A4-A4B3-A130-CE23-7A776C3F7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03" y="1280866"/>
            <a:ext cx="4786548" cy="3693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E5576A-F5A1-BD1C-1B7A-3C6D45357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827" y="1964188"/>
            <a:ext cx="6430272" cy="914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72F5575-C5D9-9EBA-C0A9-205E9B6A1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839" y="3901771"/>
            <a:ext cx="3726797" cy="4245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8131AEC-E23D-F504-4662-722C7A61ED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3864" y="4467049"/>
            <a:ext cx="6420746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1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BD753-3E7D-ECE5-C0F0-7B15B139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585D01EF-64A0-8D75-F39A-DDFA1A74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8EC73A-406D-3DFD-08B7-9D18412C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6271826-8434-9E56-D7EC-67C35FC5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0AD54F-7658-7943-8AF9-76A89E0A142A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2F32A0-1A3D-F226-FC14-0053543E88AD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2E1D51-FF48-254E-6C91-A713D1290C05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1186CD-15B9-6EB1-0932-30C32AEBDA13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Aggregation and Grouping 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AE0C48F-B971-E584-783E-77856647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5ECF2-992D-ADD2-62CD-7C26B6B60682}"/>
              </a:ext>
            </a:extLst>
          </p:cNvPr>
          <p:cNvSpPr txBox="1"/>
          <p:nvPr/>
        </p:nvSpPr>
        <p:spPr>
          <a:xfrm>
            <a:off x="4133803" y="80005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Find total number of employees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11C64-8091-3B7B-6E00-C9114FF559E4}"/>
              </a:ext>
            </a:extLst>
          </p:cNvPr>
          <p:cNvSpPr txBox="1"/>
          <p:nvPr/>
        </p:nvSpPr>
        <p:spPr>
          <a:xfrm>
            <a:off x="4133803" y="353243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Find average salary in each department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5E082-5149-D70F-D06F-989F14268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192662"/>
            <a:ext cx="4766656" cy="3688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65F9CE-3F53-D749-9A16-3CF555CCA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867" y="1802337"/>
            <a:ext cx="1352739" cy="7906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21A8A8-CC14-2707-2C02-4414A1696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5206" y="4893033"/>
            <a:ext cx="2410161" cy="13717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4F22486-321D-B3D3-4286-1A74041B5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2500" y="4016090"/>
            <a:ext cx="340090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9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3DC4-8543-C05F-0A8D-2256E19B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A38C14E9-9547-6408-523A-2A121462F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AC91114-291A-CC12-F5AE-028E311E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C134141-2718-B95D-9741-7AF2CAB27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B66B0F-CBA2-E8D5-9BEF-17C821EEABE5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579DFC-4F49-9736-B489-4F4BCC3BB13F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F4DCD0-AE1F-20D0-CB30-72F931DD61D2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E492D6-FFF3-E717-318D-D5DED63CD11B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Aggregation and Grouping 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5C51D4A-31CE-9F62-F195-CA7878AA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D994C-4A0C-46F3-2EB4-B5951FD76C53}"/>
              </a:ext>
            </a:extLst>
          </p:cNvPr>
          <p:cNvSpPr txBox="1"/>
          <p:nvPr/>
        </p:nvSpPr>
        <p:spPr>
          <a:xfrm>
            <a:off x="4133803" y="80005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Find maximum and minimum salaries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FA1993-0484-01B1-F058-79A5E870EA7F}"/>
              </a:ext>
            </a:extLst>
          </p:cNvPr>
          <p:cNvSpPr txBox="1"/>
          <p:nvPr/>
        </p:nvSpPr>
        <p:spPr>
          <a:xfrm>
            <a:off x="4133803" y="353243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Show departments having more than one employee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53F6E-758B-6A9B-7A04-E211C878F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027" y="1293962"/>
            <a:ext cx="3019846" cy="4572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CECB1B-EBAB-CF6A-EE87-2B3D3839F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784" y="1917831"/>
            <a:ext cx="2019582" cy="7240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4F1CB8-2862-6B36-8C3F-91757BB96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500" y="4058111"/>
            <a:ext cx="2017039" cy="9467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F722738-B169-0187-1E53-3931A1B936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9445" y="4114507"/>
            <a:ext cx="1114581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75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305E-6294-F60B-D28E-4DE318DA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CE662339-88D3-6885-E7D5-808B61BC8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DDD7C66-F8D6-6D63-7FC8-693CE44F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DFEBDB-8CA0-D971-044C-748FF270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C13D7-63A0-C0F7-151C-D4E7D730168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B1776E-C306-27C5-9012-A989D10B0BF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E62B046-BBE9-4A67-8FBD-8273D9224B31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742C7A-0B53-EC31-909E-DAB542E7E3A4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Joins 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1776A5D-BC40-1CF9-3B20-FF688F19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39D4C-5166-36A9-0187-5D392E0A0334}"/>
              </a:ext>
            </a:extLst>
          </p:cNvPr>
          <p:cNvSpPr txBox="1"/>
          <p:nvPr/>
        </p:nvSpPr>
        <p:spPr>
          <a:xfrm>
            <a:off x="443143" y="1617028"/>
            <a:ext cx="47769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Prompt: Create departments Table with </a:t>
            </a:r>
            <a:r>
              <a:rPr lang="en-US" dirty="0" err="1"/>
              <a:t>dept_id</a:t>
            </a:r>
            <a:r>
              <a:rPr lang="en-US" dirty="0"/>
              <a:t> as primary key, </a:t>
            </a:r>
            <a:r>
              <a:rPr lang="en-US" dirty="0" err="1"/>
              <a:t>dept_name</a:t>
            </a:r>
            <a:r>
              <a:rPr lang="en-US" dirty="0"/>
              <a:t> and location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A8BEE8-55B4-C1DD-7CC9-B8A1A2B28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31" y="2680909"/>
            <a:ext cx="4417950" cy="32734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3C2837-6763-CF18-2158-FC452CD8D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964" y="4489133"/>
            <a:ext cx="3305636" cy="14003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1E85-A7AC-073E-FB38-DAB83F2A3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6206" y="1573683"/>
            <a:ext cx="6528787" cy="166710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30CABC-9FA4-AC30-5583-E9E2E20527B9}"/>
              </a:ext>
            </a:extLst>
          </p:cNvPr>
          <p:cNvSpPr txBox="1"/>
          <p:nvPr/>
        </p:nvSpPr>
        <p:spPr>
          <a:xfrm>
            <a:off x="5220070" y="1287323"/>
            <a:ext cx="609452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employees;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7CB135-3A64-C2B1-6D60-87BF868D49DA}"/>
              </a:ext>
            </a:extLst>
          </p:cNvPr>
          <p:cNvSpPr txBox="1"/>
          <p:nvPr/>
        </p:nvSpPr>
        <p:spPr>
          <a:xfrm>
            <a:off x="5223029" y="4112530"/>
            <a:ext cx="609452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departments;</a:t>
            </a:r>
          </a:p>
        </p:txBody>
      </p:sp>
    </p:spTree>
    <p:extLst>
      <p:ext uri="{BB962C8B-B14F-4D97-AF65-F5344CB8AC3E}">
        <p14:creationId xmlns:p14="http://schemas.microsoft.com/office/powerpoint/2010/main" val="35636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1B73E-2BD3-9B36-95EC-604E05E1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27F22CC9-C439-C0B4-3D70-18FE9601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521140-D663-5C9A-C3B7-34BD3842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5A3525A-6320-B015-491F-0F2A7417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DC94D-A80E-D939-2313-4AF3E6E5DFB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79A54A-92F2-ACDF-8287-4BD964FA2E4E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06CDFC-8795-5483-867B-D814DE4B72C5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BCD99A-CE6A-7F41-0AF0-DD496A54E375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Joins 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68F4814-EBC2-74EA-E22F-D0D7ED62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DB089-23E3-3738-6087-07DE79C5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7" y="2267809"/>
            <a:ext cx="3886742" cy="724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9DE6CB-3526-964E-725C-DD2AEC6C118D}"/>
              </a:ext>
            </a:extLst>
          </p:cNvPr>
          <p:cNvSpPr txBox="1"/>
          <p:nvPr/>
        </p:nvSpPr>
        <p:spPr>
          <a:xfrm>
            <a:off x="317643" y="16511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Prompt: Join employees with departments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55FF0A-363B-903A-92DB-8BD0C1198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429" y="3142232"/>
            <a:ext cx="10031225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1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E89E-0133-1456-8093-0523AADE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53A7CE98-C943-4EE7-4C9B-FD4E1660A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4BB1BD6-95F8-46C0-0BA9-6B1372F1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803D20-5000-AA92-A898-19D5AA96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58BB9-5ACB-7B58-37CA-611C205D259A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5F8055-0802-3C8A-BD9F-738E18A1655C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4FE42B9-F5FA-B979-9968-44BA6D044EC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E6E403-F515-9B13-8907-14384B33D2A0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Joins 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8117E05-ECBC-37BC-D83F-2DFCEE26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3F348-95A3-2C3E-DC60-DB84A62EF2B3}"/>
              </a:ext>
            </a:extLst>
          </p:cNvPr>
          <p:cNvSpPr txBox="1"/>
          <p:nvPr/>
        </p:nvSpPr>
        <p:spPr>
          <a:xfrm>
            <a:off x="317643" y="16511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Prompt: </a:t>
            </a:r>
            <a:r>
              <a:rPr lang="en-US" dirty="0"/>
              <a:t>Display employees working in Bangalore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45C659-0CC0-F6EB-B4A1-23F10E98C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432" y="2555837"/>
            <a:ext cx="3839111" cy="8478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B5FA9F-0D9E-DDFC-5A12-7EFE21C9B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083" y="4125976"/>
            <a:ext cx="8183117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84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54C6E-5341-636F-F1DA-96AC10CE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F9F1F3AE-2F0A-A299-5B7E-7E40575BE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B1BE1D2-7F79-69C2-212D-BA9FC717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CD28CB-BCD0-EB05-8A50-22B1FF1C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3D189-D68A-3DEF-0CE8-CDBD5266A1D7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DD09F3-FB52-C491-98ED-2849DFA38825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9A249D-3793-F49B-A2D3-11A663B7E10C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932CFF-AE58-366D-0474-CF21539E59AC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Subqueries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BD9CF4D-7ED1-8DE2-E9C2-105A567A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57DDC-0993-6D99-2428-CE4550F6BBCA}"/>
              </a:ext>
            </a:extLst>
          </p:cNvPr>
          <p:cNvSpPr txBox="1"/>
          <p:nvPr/>
        </p:nvSpPr>
        <p:spPr>
          <a:xfrm>
            <a:off x="317642" y="1651119"/>
            <a:ext cx="9039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Prompt: </a:t>
            </a:r>
            <a:r>
              <a:rPr lang="en-US" dirty="0"/>
              <a:t>Find employees with salary greater than the average salary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AC477-865A-08A5-F567-218A47B5C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112" y="2440822"/>
            <a:ext cx="4001058" cy="695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F6297A-624B-2FF6-683C-D5A307ECC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2547" y="3893247"/>
            <a:ext cx="8106906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45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7519-720D-772F-8073-656E4FEC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0B86A92E-CBC7-8729-8253-9C7EEFC25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5B45DA1-BA25-B306-B0AF-C578FAA4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9A6FB4D-0210-7F52-9D3C-5B008A2B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628F8-204A-68F5-D72E-D068DCD0DC19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484552-E504-A299-9601-694B13ACFFFE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5A3E08-2965-871C-B4FC-703F70335035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4A5576-236F-63CD-F8AD-688D57E5DF3D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Subqueries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48582CD-59EE-5D2D-1D65-3211659D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EB2AA-F9E1-6EBE-03BB-1A48BBCE8FD2}"/>
              </a:ext>
            </a:extLst>
          </p:cNvPr>
          <p:cNvSpPr txBox="1"/>
          <p:nvPr/>
        </p:nvSpPr>
        <p:spPr>
          <a:xfrm>
            <a:off x="317642" y="1651119"/>
            <a:ext cx="9039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Prompt: </a:t>
            </a:r>
            <a:r>
              <a:rPr lang="en-US" dirty="0"/>
              <a:t>Find the highest paid employee in IT department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70B804-5514-6E23-AE62-28F9FE226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12" y="2262520"/>
            <a:ext cx="2048161" cy="1133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AED479-B1D3-B0C8-4300-72736DCEB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12" y="4589881"/>
            <a:ext cx="8078327" cy="838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6FDEDEF-141A-C056-CEC7-FFA0891ABF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811" y="2262520"/>
            <a:ext cx="5744377" cy="4858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936406-B112-7170-20BE-01C6B84EEE9B}"/>
              </a:ext>
            </a:extLst>
          </p:cNvPr>
          <p:cNvSpPr txBox="1"/>
          <p:nvPr/>
        </p:nvSpPr>
        <p:spPr>
          <a:xfrm>
            <a:off x="568004" y="3391134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Copilot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396707-B6FB-9CDB-F2ED-B5FABFC65C45}"/>
              </a:ext>
            </a:extLst>
          </p:cNvPr>
          <p:cNvSpPr txBox="1"/>
          <p:nvPr/>
        </p:nvSpPr>
        <p:spPr>
          <a:xfrm>
            <a:off x="4435875" y="2748363"/>
            <a:ext cx="103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ChatGpt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567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FB3EC-1667-EA6D-BAAE-C7B365F4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18C576CC-E144-FB86-11D4-9DDB9C653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1812DEA-ECA1-3A5D-365B-AFB5D0966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84A7BB2-1017-EE1A-F2DD-E540C2A3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93EEA-D171-935E-63F0-B135632A2C8A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3EDC35-067C-32E1-CC0C-22F1118E4EBD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C01448-BFC8-58C2-38B5-DDC07F373EB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44B9C2-DA22-9533-2B24-2E5FFC6D4FA5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Data Modification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9965ADE-433F-D5FA-B03C-C53E1E34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3F385-0724-CA4C-8922-FF26A80C1F85}"/>
              </a:ext>
            </a:extLst>
          </p:cNvPr>
          <p:cNvSpPr txBox="1"/>
          <p:nvPr/>
        </p:nvSpPr>
        <p:spPr>
          <a:xfrm>
            <a:off x="317642" y="1651119"/>
            <a:ext cx="9039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Prompt: </a:t>
            </a:r>
            <a:r>
              <a:rPr lang="en-US" dirty="0"/>
              <a:t>Give a 10% salary hike to all employees in the HR department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CA3100-3B3D-E8CF-970A-B2A498E82A5B}"/>
              </a:ext>
            </a:extLst>
          </p:cNvPr>
          <p:cNvSpPr txBox="1"/>
          <p:nvPr/>
        </p:nvSpPr>
        <p:spPr>
          <a:xfrm>
            <a:off x="488105" y="3386939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Copilot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9B5904-3CC2-D090-8394-C85F03AD4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84" y="2214888"/>
            <a:ext cx="2486372" cy="12288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A1B7F4-6458-6FF0-AB27-B37ECC5BD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04" y="4214496"/>
            <a:ext cx="8059275" cy="18862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ABC018-9309-F18C-AD37-6769A06847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5571" y="1995782"/>
            <a:ext cx="6528787" cy="166710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D0284DF-3E71-CBB6-5806-450DF7F0ABD4}"/>
              </a:ext>
            </a:extLst>
          </p:cNvPr>
          <p:cNvSpPr txBox="1"/>
          <p:nvPr/>
        </p:nvSpPr>
        <p:spPr>
          <a:xfrm>
            <a:off x="8417344" y="3694269"/>
            <a:ext cx="190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Before Increment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C8F165-62B3-457F-BDC4-CBAA69A3CD4D}"/>
              </a:ext>
            </a:extLst>
          </p:cNvPr>
          <p:cNvSpPr txBox="1"/>
          <p:nvPr/>
        </p:nvSpPr>
        <p:spPr>
          <a:xfrm>
            <a:off x="3102856" y="6085855"/>
            <a:ext cx="1735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After Increment</a:t>
            </a:r>
          </a:p>
        </p:txBody>
      </p:sp>
    </p:spTree>
    <p:extLst>
      <p:ext uri="{BB962C8B-B14F-4D97-AF65-F5344CB8AC3E}">
        <p14:creationId xmlns:p14="http://schemas.microsoft.com/office/powerpoint/2010/main" val="1941905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2DF6-F785-47AF-0125-5E8CD06B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4EA8D9C4-C80D-5AF2-3792-E91B8E232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C311ED7-3BB0-73AE-1447-D45F0EA0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3B994A8-20AD-6A58-6560-F4E1ED85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92E3D4-8F4C-26A0-460B-E76A54E4B32B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40B75F-5A39-DFB2-0EAE-63E7970CD5E0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3CEA2C-1A23-4886-EDE8-5A3CDFD6D1C0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B3424B-C159-3165-BFF9-1B8A5F65EF1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Data Modification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6F38D45-56DF-2AF2-F6DB-DA12B9A45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6E5A8-9FF7-C848-E0CF-F13EE2F3C8C5}"/>
              </a:ext>
            </a:extLst>
          </p:cNvPr>
          <p:cNvSpPr txBox="1"/>
          <p:nvPr/>
        </p:nvSpPr>
        <p:spPr>
          <a:xfrm>
            <a:off x="317642" y="1651119"/>
            <a:ext cx="9039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Prompt: </a:t>
            </a:r>
            <a:r>
              <a:rPr lang="en-US" dirty="0"/>
              <a:t>Give a 10% salary hike to all employees in the HR department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477C37-7DE5-5EE0-0BD1-48618DE57021}"/>
              </a:ext>
            </a:extLst>
          </p:cNvPr>
          <p:cNvSpPr txBox="1"/>
          <p:nvPr/>
        </p:nvSpPr>
        <p:spPr>
          <a:xfrm>
            <a:off x="488105" y="3386939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Copilot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BF8E5ED-F471-443A-BE6E-5FE0781E7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571" y="1995782"/>
            <a:ext cx="6528787" cy="166710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B7E5D11-EB74-6F89-E8E3-CDC105A134B4}"/>
              </a:ext>
            </a:extLst>
          </p:cNvPr>
          <p:cNvSpPr txBox="1"/>
          <p:nvPr/>
        </p:nvSpPr>
        <p:spPr>
          <a:xfrm>
            <a:off x="8034291" y="3694269"/>
            <a:ext cx="2868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 Record Deletion</a:t>
            </a:r>
          </a:p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DB722B-5205-CCF0-496C-FB4AB2937D89}"/>
              </a:ext>
            </a:extLst>
          </p:cNvPr>
          <p:cNvSpPr txBox="1"/>
          <p:nvPr/>
        </p:nvSpPr>
        <p:spPr>
          <a:xfrm>
            <a:off x="3102856" y="6085855"/>
            <a:ext cx="2315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After Record Deletion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8D794A-8F80-7D56-EE20-751868BF3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04" y="2405414"/>
            <a:ext cx="2819794" cy="847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A51114-7A3D-BA89-AB91-82FB83A42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9003" y="4567496"/>
            <a:ext cx="8087854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25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77BF-8B3D-FC22-349E-C05C1C47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E30C-914C-BED1-B714-BEAD4CCA0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query to find the top 3 highest-paid employees.</a:t>
            </a:r>
          </a:p>
          <a:p>
            <a:r>
              <a:rPr lang="en-US" dirty="0"/>
              <a:t>Find all employees whose name starts with ‘A’.</a:t>
            </a:r>
          </a:p>
          <a:p>
            <a:r>
              <a:rPr lang="en-US" dirty="0"/>
              <a:t>Change department names using UPDATE.</a:t>
            </a:r>
          </a:p>
          <a:p>
            <a:r>
              <a:rPr lang="en-US" dirty="0"/>
              <a:t>Add a new column for email.</a:t>
            </a:r>
          </a:p>
          <a:p>
            <a:r>
              <a:rPr lang="en-US" dirty="0"/>
              <a:t>Create a projects table and link it with employees using a foreign key.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E586-32E5-1A3E-5FDB-61FC61EA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0818-8EE1-434A-BBF0-6B5B0F8B399A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6EEC8-54CA-1690-3266-491A3DFD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221C-C848-B781-4934-26588ADB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31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72FC-61F3-464E-74BA-B0074D83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EB836A48-2E53-1977-3C94-B7B2C6DE8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8876E16-95D5-6F10-2A37-4A3AB857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4D43307-97B4-77B9-6E71-8ACA77AE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ADD1C5-592C-868D-CD7A-7EDC35DF7640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693232-CDC5-1823-E32B-4553AA1FB973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E45678-6B4B-F921-42FF-651DF4584632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B78C7A-4E4C-2E8E-3C07-4D7AEC48A62F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References</a:t>
              </a:r>
              <a:endParaRPr lang="en-US" sz="2000" dirty="0"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24143E7-F776-B6C7-B97B-F127EBED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A8438-0FA1-BEBA-F399-016FA934AF27}"/>
              </a:ext>
            </a:extLst>
          </p:cNvPr>
          <p:cNvSpPr txBox="1"/>
          <p:nvPr/>
        </p:nvSpPr>
        <p:spPr>
          <a:xfrm>
            <a:off x="534139" y="1465685"/>
            <a:ext cx="11424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https://www.youtube.com/watch?v=9ADd-_mM5Dw&amp;t=331s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562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0818-8EE1-434A-BBF0-6B5B0F8B399A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592879" y="2967335"/>
            <a:ext cx="366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6942</TotalTime>
  <Words>929</Words>
  <Application>Microsoft Office PowerPoint</Application>
  <PresentationFormat>Widescreen</PresentationFormat>
  <Paragraphs>235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Sujoy  Saha</dc:creator>
  <cp:lastModifiedBy>venkataramana veeramsetty</cp:lastModifiedBy>
  <cp:revision>105</cp:revision>
  <dcterms:created xsi:type="dcterms:W3CDTF">2025-01-02T14:33:31Z</dcterms:created>
  <dcterms:modified xsi:type="dcterms:W3CDTF">2025-10-24T06:02:55Z</dcterms:modified>
</cp:coreProperties>
</file>