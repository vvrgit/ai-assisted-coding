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305" r:id="rId3"/>
    <p:sldId id="306" r:id="rId4"/>
    <p:sldId id="307" r:id="rId5"/>
    <p:sldId id="308" r:id="rId6"/>
    <p:sldId id="309" r:id="rId7"/>
    <p:sldId id="312" r:id="rId8"/>
    <p:sldId id="315" r:id="rId9"/>
    <p:sldId id="316" r:id="rId10"/>
    <p:sldId id="313" r:id="rId11"/>
    <p:sldId id="310" r:id="rId12"/>
    <p:sldId id="301"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E91"/>
    <a:srgbClr val="164F8F"/>
    <a:srgbClr val="D1DAFF"/>
    <a:srgbClr val="FFFFFF"/>
    <a:srgbClr val="184F90"/>
    <a:srgbClr val="105498"/>
    <a:srgbClr val="18509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9020" autoAdjust="0"/>
  </p:normalViewPr>
  <p:slideViewPr>
    <p:cSldViewPr snapToGrid="0">
      <p:cViewPr varScale="1">
        <p:scale>
          <a:sx n="101" d="100"/>
          <a:sy n="101" d="100"/>
        </p:scale>
        <p:origin x="990" y="102"/>
      </p:cViewPr>
      <p:guideLst>
        <p:guide orient="horz" pos="2160"/>
        <p:guide pos="3840"/>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8BA0C7-BE67-48D5-BD35-DA5DB3D3A476}" type="datetimeFigureOut">
              <a:rPr lang="en-US" smtClean="0"/>
              <a:pPr/>
              <a:t>10/24/2025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467D57-D457-4EAE-BF4F-2FDE0C552E3A}" type="slidenum">
              <a:rPr lang="en-US" smtClean="0"/>
              <a:pPr/>
              <a:t>‹#›</a:t>
            </a:fld>
            <a:endParaRPr lang="en-US"/>
          </a:p>
        </p:txBody>
      </p:sp>
    </p:spTree>
    <p:extLst>
      <p:ext uri="{BB962C8B-B14F-4D97-AF65-F5344CB8AC3E}">
        <p14:creationId xmlns:p14="http://schemas.microsoft.com/office/powerpoint/2010/main" val="1529617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p:cNvSpPr>
            <a:spLocks noGrp="1"/>
          </p:cNvSpPr>
          <p:nvPr>
            <p:ph type="sldNum" sz="quarter" idx="10"/>
          </p:nvPr>
        </p:nvSpPr>
        <p:spPr/>
        <p:txBody>
          <a:bodyPr/>
          <a:lstStyle/>
          <a:p>
            <a:fld id="{46467D57-D457-4EAE-BF4F-2FDE0C552E3A}"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31C87-1CE7-BE01-452B-6A41B3BBE7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721DA-75A0-C9BC-6600-90D646ADF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99EFB4-3BFA-FCB8-1F13-D140D03C0A92}"/>
              </a:ext>
            </a:extLst>
          </p:cNvPr>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a:extLst>
              <a:ext uri="{FF2B5EF4-FFF2-40B4-BE49-F238E27FC236}">
                <a16:creationId xmlns:a16="http://schemas.microsoft.com/office/drawing/2014/main" id="{8E79ABB8-F67B-007E-8946-E29E3797FF71}"/>
              </a:ext>
            </a:extLst>
          </p:cNvPr>
          <p:cNvSpPr>
            <a:spLocks noGrp="1"/>
          </p:cNvSpPr>
          <p:nvPr>
            <p:ph type="sldNum" sz="quarter" idx="10"/>
          </p:nvPr>
        </p:nvSpPr>
        <p:spPr/>
        <p:txBody>
          <a:bodyPr/>
          <a:lstStyle/>
          <a:p>
            <a:fld id="{46467D57-D457-4EAE-BF4F-2FDE0C552E3A}" type="slidenum">
              <a:rPr lang="en-US" smtClean="0"/>
              <a:pPr/>
              <a:t>3</a:t>
            </a:fld>
            <a:endParaRPr lang="en-US"/>
          </a:p>
        </p:txBody>
      </p:sp>
    </p:spTree>
    <p:extLst>
      <p:ext uri="{BB962C8B-B14F-4D97-AF65-F5344CB8AC3E}">
        <p14:creationId xmlns:p14="http://schemas.microsoft.com/office/powerpoint/2010/main" val="2680436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4BB97-B954-26BF-EBEE-8D8C2BC65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26AF5-38E2-9E6D-B4B6-D7EFCE9EED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8ED16C-95C9-EC71-FC9E-2F692CD97C41}"/>
              </a:ext>
            </a:extLst>
          </p:cNvPr>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a:extLst>
              <a:ext uri="{FF2B5EF4-FFF2-40B4-BE49-F238E27FC236}">
                <a16:creationId xmlns:a16="http://schemas.microsoft.com/office/drawing/2014/main" id="{C82CA1CA-3FAE-6CCC-F3A9-CBBE226DE01F}"/>
              </a:ext>
            </a:extLst>
          </p:cNvPr>
          <p:cNvSpPr>
            <a:spLocks noGrp="1"/>
          </p:cNvSpPr>
          <p:nvPr>
            <p:ph type="sldNum" sz="quarter" idx="10"/>
          </p:nvPr>
        </p:nvSpPr>
        <p:spPr/>
        <p:txBody>
          <a:bodyPr/>
          <a:lstStyle/>
          <a:p>
            <a:fld id="{46467D57-D457-4EAE-BF4F-2FDE0C552E3A}" type="slidenum">
              <a:rPr lang="en-US" smtClean="0"/>
              <a:pPr/>
              <a:t>4</a:t>
            </a:fld>
            <a:endParaRPr lang="en-US"/>
          </a:p>
        </p:txBody>
      </p:sp>
    </p:spTree>
    <p:extLst>
      <p:ext uri="{BB962C8B-B14F-4D97-AF65-F5344CB8AC3E}">
        <p14:creationId xmlns:p14="http://schemas.microsoft.com/office/powerpoint/2010/main" val="2102003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B2AD2-ABFB-C572-3C58-BCB1FEA639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A4F0E-B8E3-8D1F-7162-871554D447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6B1680-8E79-1674-6844-FB5693752456}"/>
              </a:ext>
            </a:extLst>
          </p:cNvPr>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a:extLst>
              <a:ext uri="{FF2B5EF4-FFF2-40B4-BE49-F238E27FC236}">
                <a16:creationId xmlns:a16="http://schemas.microsoft.com/office/drawing/2014/main" id="{5D9B0D0B-CBCD-9477-AE66-D054B509D865}"/>
              </a:ext>
            </a:extLst>
          </p:cNvPr>
          <p:cNvSpPr>
            <a:spLocks noGrp="1"/>
          </p:cNvSpPr>
          <p:nvPr>
            <p:ph type="sldNum" sz="quarter" idx="10"/>
          </p:nvPr>
        </p:nvSpPr>
        <p:spPr/>
        <p:txBody>
          <a:bodyPr/>
          <a:lstStyle/>
          <a:p>
            <a:fld id="{46467D57-D457-4EAE-BF4F-2FDE0C552E3A}" type="slidenum">
              <a:rPr lang="en-US" smtClean="0"/>
              <a:pPr/>
              <a:t>5</a:t>
            </a:fld>
            <a:endParaRPr lang="en-US"/>
          </a:p>
        </p:txBody>
      </p:sp>
    </p:spTree>
    <p:extLst>
      <p:ext uri="{BB962C8B-B14F-4D97-AF65-F5344CB8AC3E}">
        <p14:creationId xmlns:p14="http://schemas.microsoft.com/office/powerpoint/2010/main" val="2465646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D7055-54CD-0C4D-B194-E724E4DB7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05C35C-1162-DB8A-0079-66733E2862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79D79F-A2E9-636F-8872-EF7FEA6E2A64}"/>
              </a:ext>
            </a:extLst>
          </p:cNvPr>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a:extLst>
              <a:ext uri="{FF2B5EF4-FFF2-40B4-BE49-F238E27FC236}">
                <a16:creationId xmlns:a16="http://schemas.microsoft.com/office/drawing/2014/main" id="{4DFA5659-9C11-E06F-8717-E00F76454AEF}"/>
              </a:ext>
            </a:extLst>
          </p:cNvPr>
          <p:cNvSpPr>
            <a:spLocks noGrp="1"/>
          </p:cNvSpPr>
          <p:nvPr>
            <p:ph type="sldNum" sz="quarter" idx="10"/>
          </p:nvPr>
        </p:nvSpPr>
        <p:spPr/>
        <p:txBody>
          <a:bodyPr/>
          <a:lstStyle/>
          <a:p>
            <a:fld id="{46467D57-D457-4EAE-BF4F-2FDE0C552E3A}" type="slidenum">
              <a:rPr lang="en-US" smtClean="0"/>
              <a:pPr/>
              <a:t>6</a:t>
            </a:fld>
            <a:endParaRPr lang="en-US"/>
          </a:p>
        </p:txBody>
      </p:sp>
    </p:spTree>
    <p:extLst>
      <p:ext uri="{BB962C8B-B14F-4D97-AF65-F5344CB8AC3E}">
        <p14:creationId xmlns:p14="http://schemas.microsoft.com/office/powerpoint/2010/main" val="2277282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034B9-F705-6B00-97E9-CE50D6DDA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04FB3-9633-36AB-320A-2906EDFDEF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E443F9-0AAB-577B-A9DC-00524DDFDCD7}"/>
              </a:ext>
            </a:extLst>
          </p:cNvPr>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a:extLst>
              <a:ext uri="{FF2B5EF4-FFF2-40B4-BE49-F238E27FC236}">
                <a16:creationId xmlns:a16="http://schemas.microsoft.com/office/drawing/2014/main" id="{ABF8049F-18EF-E79C-40A1-32902F26F74A}"/>
              </a:ext>
            </a:extLst>
          </p:cNvPr>
          <p:cNvSpPr>
            <a:spLocks noGrp="1"/>
          </p:cNvSpPr>
          <p:nvPr>
            <p:ph type="sldNum" sz="quarter" idx="10"/>
          </p:nvPr>
        </p:nvSpPr>
        <p:spPr/>
        <p:txBody>
          <a:bodyPr/>
          <a:lstStyle/>
          <a:p>
            <a:fld id="{46467D57-D457-4EAE-BF4F-2FDE0C552E3A}" type="slidenum">
              <a:rPr lang="en-US" smtClean="0"/>
              <a:pPr/>
              <a:t>7</a:t>
            </a:fld>
            <a:endParaRPr lang="en-US"/>
          </a:p>
        </p:txBody>
      </p:sp>
    </p:spTree>
    <p:extLst>
      <p:ext uri="{BB962C8B-B14F-4D97-AF65-F5344CB8AC3E}">
        <p14:creationId xmlns:p14="http://schemas.microsoft.com/office/powerpoint/2010/main" val="13083136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DEB30-06C8-676C-5632-CF6D9D51E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90484-AD34-D74D-ADDC-CF23B18CBF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A45A2-DC53-46A2-6890-4CA95C163AD0}"/>
              </a:ext>
            </a:extLst>
          </p:cNvPr>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a:extLst>
              <a:ext uri="{FF2B5EF4-FFF2-40B4-BE49-F238E27FC236}">
                <a16:creationId xmlns:a16="http://schemas.microsoft.com/office/drawing/2014/main" id="{0F12CA73-DF8F-4093-088F-68FB67D7ED18}"/>
              </a:ext>
            </a:extLst>
          </p:cNvPr>
          <p:cNvSpPr>
            <a:spLocks noGrp="1"/>
          </p:cNvSpPr>
          <p:nvPr>
            <p:ph type="sldNum" sz="quarter" idx="10"/>
          </p:nvPr>
        </p:nvSpPr>
        <p:spPr/>
        <p:txBody>
          <a:bodyPr/>
          <a:lstStyle/>
          <a:p>
            <a:fld id="{46467D57-D457-4EAE-BF4F-2FDE0C552E3A}" type="slidenum">
              <a:rPr lang="en-US" smtClean="0"/>
              <a:pPr/>
              <a:t>8</a:t>
            </a:fld>
            <a:endParaRPr lang="en-US"/>
          </a:p>
        </p:txBody>
      </p:sp>
    </p:spTree>
    <p:extLst>
      <p:ext uri="{BB962C8B-B14F-4D97-AF65-F5344CB8AC3E}">
        <p14:creationId xmlns:p14="http://schemas.microsoft.com/office/powerpoint/2010/main" val="4010006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39C3D-F9AB-0F9E-5F27-3D6F6228B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C807DA-3828-CB4B-F1E9-04015C79D5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78DDA8-3F49-83C2-2318-DFD238BE4A60}"/>
              </a:ext>
            </a:extLst>
          </p:cNvPr>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a:extLst>
              <a:ext uri="{FF2B5EF4-FFF2-40B4-BE49-F238E27FC236}">
                <a16:creationId xmlns:a16="http://schemas.microsoft.com/office/drawing/2014/main" id="{67ABCA0F-8917-9D09-F5DB-EF212CE013B8}"/>
              </a:ext>
            </a:extLst>
          </p:cNvPr>
          <p:cNvSpPr>
            <a:spLocks noGrp="1"/>
          </p:cNvSpPr>
          <p:nvPr>
            <p:ph type="sldNum" sz="quarter" idx="10"/>
          </p:nvPr>
        </p:nvSpPr>
        <p:spPr/>
        <p:txBody>
          <a:bodyPr/>
          <a:lstStyle/>
          <a:p>
            <a:fld id="{46467D57-D457-4EAE-BF4F-2FDE0C552E3A}" type="slidenum">
              <a:rPr lang="en-US" smtClean="0"/>
              <a:pPr/>
              <a:t>9</a:t>
            </a:fld>
            <a:endParaRPr lang="en-US"/>
          </a:p>
        </p:txBody>
      </p:sp>
    </p:spTree>
    <p:extLst>
      <p:ext uri="{BB962C8B-B14F-4D97-AF65-F5344CB8AC3E}">
        <p14:creationId xmlns:p14="http://schemas.microsoft.com/office/powerpoint/2010/main" val="42722187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C46FF-E7AA-550A-25FF-479D9C30A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0625F7-97DB-EC97-B652-291126F47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62A2A7-2FDB-9CFE-2889-B9395C11ADF2}"/>
              </a:ext>
            </a:extLst>
          </p:cNvPr>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a:extLst>
              <a:ext uri="{FF2B5EF4-FFF2-40B4-BE49-F238E27FC236}">
                <a16:creationId xmlns:a16="http://schemas.microsoft.com/office/drawing/2014/main" id="{AB5B4DCF-9BD2-6477-D5DA-C64A5E85160D}"/>
              </a:ext>
            </a:extLst>
          </p:cNvPr>
          <p:cNvSpPr>
            <a:spLocks noGrp="1"/>
          </p:cNvSpPr>
          <p:nvPr>
            <p:ph type="sldNum" sz="quarter" idx="10"/>
          </p:nvPr>
        </p:nvSpPr>
        <p:spPr/>
        <p:txBody>
          <a:bodyPr/>
          <a:lstStyle/>
          <a:p>
            <a:fld id="{46467D57-D457-4EAE-BF4F-2FDE0C552E3A}" type="slidenum">
              <a:rPr lang="en-US" smtClean="0"/>
              <a:pPr/>
              <a:t>10</a:t>
            </a:fld>
            <a:endParaRPr lang="en-US"/>
          </a:p>
        </p:txBody>
      </p:sp>
    </p:spTree>
    <p:extLst>
      <p:ext uri="{BB962C8B-B14F-4D97-AF65-F5344CB8AC3E}">
        <p14:creationId xmlns:p14="http://schemas.microsoft.com/office/powerpoint/2010/main" val="11091866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D8F41-97AE-5D30-5DF6-4F58657F8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78065-A6C8-DFD3-D355-A7F9289E52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E1D3C2-8BD9-59E3-B1C7-8AEC2B3E611A}"/>
              </a:ext>
            </a:extLst>
          </p:cNvPr>
          <p:cNvSpPr>
            <a:spLocks noGrp="1"/>
          </p:cNvSpPr>
          <p:nvPr>
            <p:ph type="body" idx="1"/>
          </p:nvPr>
        </p:nvSpPr>
        <p:spPr/>
        <p:txBody>
          <a:bodyPr>
            <a:normAutofit/>
          </a:bodyPr>
          <a:lstStyle/>
          <a:p>
            <a:r>
              <a:rPr lang="en-US" dirty="0"/>
              <a:t>• Implement fundamental data structures in Python</a:t>
            </a:r>
          </a:p>
          <a:p>
            <a:r>
              <a:rPr lang="en-US" dirty="0"/>
              <a:t>• Use AI to generate and optimize code</a:t>
            </a:r>
          </a:p>
          <a:p>
            <a:r>
              <a:rPr lang="en-US" dirty="0"/>
              <a:t>• Compare multiple implementations suggested by AI</a:t>
            </a:r>
          </a:p>
          <a:p>
            <a:r>
              <a:rPr lang="en-US" dirty="0"/>
              <a:t>• Reinforce problem-solving using AI-powered coding assistance</a:t>
            </a:r>
          </a:p>
        </p:txBody>
      </p:sp>
      <p:sp>
        <p:nvSpPr>
          <p:cNvPr id="4" name="Slide Number Placeholder 3">
            <a:extLst>
              <a:ext uri="{FF2B5EF4-FFF2-40B4-BE49-F238E27FC236}">
                <a16:creationId xmlns:a16="http://schemas.microsoft.com/office/drawing/2014/main" id="{5F926D93-F588-C69E-CE60-EFC54F6B147A}"/>
              </a:ext>
            </a:extLst>
          </p:cNvPr>
          <p:cNvSpPr>
            <a:spLocks noGrp="1"/>
          </p:cNvSpPr>
          <p:nvPr>
            <p:ph type="sldNum" sz="quarter" idx="10"/>
          </p:nvPr>
        </p:nvSpPr>
        <p:spPr/>
        <p:txBody>
          <a:bodyPr/>
          <a:lstStyle/>
          <a:p>
            <a:fld id="{46467D57-D457-4EAE-BF4F-2FDE0C552E3A}" type="slidenum">
              <a:rPr lang="en-US" smtClean="0"/>
              <a:pPr/>
              <a:t>11</a:t>
            </a:fld>
            <a:endParaRPr lang="en-US"/>
          </a:p>
        </p:txBody>
      </p:sp>
    </p:spTree>
    <p:extLst>
      <p:ext uri="{BB962C8B-B14F-4D97-AF65-F5344CB8AC3E}">
        <p14:creationId xmlns:p14="http://schemas.microsoft.com/office/powerpoint/2010/main" val="34845400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5E15A-8ED6-8531-ACA3-5CE122589C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07DFD0-D83B-EBC4-CEFB-E8BCBC2900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B329BF-34AB-6B7C-2221-C7471337782A}"/>
              </a:ext>
            </a:extLst>
          </p:cNvPr>
          <p:cNvSpPr>
            <a:spLocks noGrp="1"/>
          </p:cNvSpPr>
          <p:nvPr>
            <p:ph type="dt" sz="half" idx="10"/>
          </p:nvPr>
        </p:nvSpPr>
        <p:spPr/>
        <p:txBody>
          <a:bodyPr/>
          <a:lstStyle/>
          <a:p>
            <a:fld id="{16629E6E-63F9-4FC7-8CFE-B57C7A78BC4B}" type="datetime1">
              <a:rPr lang="en-US" smtClean="0"/>
              <a:pPr/>
              <a:t>10/24/2025</a:t>
            </a:fld>
            <a:endParaRPr lang="en-US"/>
          </a:p>
        </p:txBody>
      </p:sp>
      <p:sp>
        <p:nvSpPr>
          <p:cNvPr id="5" name="Footer Placeholder 4">
            <a:extLst>
              <a:ext uri="{FF2B5EF4-FFF2-40B4-BE49-F238E27FC236}">
                <a16:creationId xmlns:a16="http://schemas.microsoft.com/office/drawing/2014/main" id="{A755F78E-7794-F036-28F3-88211ACDB6DF}"/>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81A43C1D-8CA2-9094-5D87-C15A99732603}"/>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441688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29628-5864-D26E-C525-65E3E5BA0A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047314-70E0-2292-24E3-AB5D75A3E2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F1846E-FBFF-1E2E-99A4-BE0E4E060CB2}"/>
              </a:ext>
            </a:extLst>
          </p:cNvPr>
          <p:cNvSpPr>
            <a:spLocks noGrp="1"/>
          </p:cNvSpPr>
          <p:nvPr>
            <p:ph type="dt" sz="half" idx="10"/>
          </p:nvPr>
        </p:nvSpPr>
        <p:spPr/>
        <p:txBody>
          <a:bodyPr/>
          <a:lstStyle/>
          <a:p>
            <a:fld id="{66EB0818-8EE1-434A-BBF0-6B5B0F8B399A}" type="datetime1">
              <a:rPr lang="en-US" smtClean="0"/>
              <a:pPr/>
              <a:t>10/24/2025</a:t>
            </a:fld>
            <a:endParaRPr lang="en-US"/>
          </a:p>
        </p:txBody>
      </p:sp>
      <p:sp>
        <p:nvSpPr>
          <p:cNvPr id="5" name="Footer Placeholder 4">
            <a:extLst>
              <a:ext uri="{FF2B5EF4-FFF2-40B4-BE49-F238E27FC236}">
                <a16:creationId xmlns:a16="http://schemas.microsoft.com/office/drawing/2014/main" id="{2194DED9-C0B4-116E-2505-1DBDB66A1F93}"/>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D09532EF-85F9-6967-DAF1-FD8F565314F3}"/>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83822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54261-5AB7-0C17-0691-FAC0807640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B323B7-BFB6-CB47-54A2-D9047A013D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F65AF4-438B-B3E9-E401-90F0D5C068FB}"/>
              </a:ext>
            </a:extLst>
          </p:cNvPr>
          <p:cNvSpPr>
            <a:spLocks noGrp="1"/>
          </p:cNvSpPr>
          <p:nvPr>
            <p:ph type="dt" sz="half" idx="10"/>
          </p:nvPr>
        </p:nvSpPr>
        <p:spPr/>
        <p:txBody>
          <a:bodyPr/>
          <a:lstStyle/>
          <a:p>
            <a:fld id="{2CD5A798-9A3B-4036-954B-2D9430223118}" type="datetime1">
              <a:rPr lang="en-US" smtClean="0"/>
              <a:pPr/>
              <a:t>10/24/2025</a:t>
            </a:fld>
            <a:endParaRPr lang="en-US"/>
          </a:p>
        </p:txBody>
      </p:sp>
      <p:sp>
        <p:nvSpPr>
          <p:cNvPr id="5" name="Footer Placeholder 4">
            <a:extLst>
              <a:ext uri="{FF2B5EF4-FFF2-40B4-BE49-F238E27FC236}">
                <a16:creationId xmlns:a16="http://schemas.microsoft.com/office/drawing/2014/main" id="{74F9C8DE-9A32-A5C0-0E13-05A74F3820C8}"/>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9BD8E43D-0D9C-7B2E-C87D-4680F225F552}"/>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335349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62B64-C63E-44E9-2506-8D19BCE1D1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152EBF-C5BF-83EF-F061-70599F4F7F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BF7818-064D-B14D-C27C-DBFF56D9C4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598F46-BD53-3CDC-1C65-41CC5EC54929}"/>
              </a:ext>
            </a:extLst>
          </p:cNvPr>
          <p:cNvSpPr>
            <a:spLocks noGrp="1"/>
          </p:cNvSpPr>
          <p:nvPr>
            <p:ph type="dt" sz="half" idx="10"/>
          </p:nvPr>
        </p:nvSpPr>
        <p:spPr/>
        <p:txBody>
          <a:bodyPr/>
          <a:lstStyle/>
          <a:p>
            <a:fld id="{382AF325-7C2A-41C0-AFE6-51DB9093C165}" type="datetime1">
              <a:rPr lang="en-US" smtClean="0"/>
              <a:pPr/>
              <a:t>10/24/2025</a:t>
            </a:fld>
            <a:endParaRPr lang="en-US"/>
          </a:p>
        </p:txBody>
      </p:sp>
      <p:sp>
        <p:nvSpPr>
          <p:cNvPr id="6" name="Footer Placeholder 5">
            <a:extLst>
              <a:ext uri="{FF2B5EF4-FFF2-40B4-BE49-F238E27FC236}">
                <a16:creationId xmlns:a16="http://schemas.microsoft.com/office/drawing/2014/main" id="{20A5A4F0-E8D7-9512-2938-CC32A1098AB5}"/>
              </a:ext>
            </a:extLst>
          </p:cNvPr>
          <p:cNvSpPr>
            <a:spLocks noGrp="1"/>
          </p:cNvSpPr>
          <p:nvPr>
            <p:ph type="ftr" sz="quarter" idx="11"/>
          </p:nvPr>
        </p:nvSpPr>
        <p:spPr/>
        <p:txBody>
          <a:bodyPr/>
          <a:lstStyle/>
          <a:p>
            <a:r>
              <a:rPr lang="en-US"/>
              <a:t>Prof. Venkataramana Veeramsetty</a:t>
            </a:r>
          </a:p>
        </p:txBody>
      </p:sp>
      <p:sp>
        <p:nvSpPr>
          <p:cNvPr id="7" name="Slide Number Placeholder 6">
            <a:extLst>
              <a:ext uri="{FF2B5EF4-FFF2-40B4-BE49-F238E27FC236}">
                <a16:creationId xmlns:a16="http://schemas.microsoft.com/office/drawing/2014/main" id="{9D68909C-21EB-59DF-39FF-210F6306EE31}"/>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4264663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E6C29-DA86-6F21-8709-CCB3B9486C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F9C9AC-3485-C255-51FE-BF2807C856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54E693-EB5D-0123-AE87-7BEAA5F8DD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32530E-CA4A-F62C-C8E7-7A271E23F9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52A2CC-C818-7B55-C1D7-E81B96CA01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0ADFDB-C373-CB11-8A66-84DE595DA065}"/>
              </a:ext>
            </a:extLst>
          </p:cNvPr>
          <p:cNvSpPr>
            <a:spLocks noGrp="1"/>
          </p:cNvSpPr>
          <p:nvPr>
            <p:ph type="dt" sz="half" idx="10"/>
          </p:nvPr>
        </p:nvSpPr>
        <p:spPr/>
        <p:txBody>
          <a:bodyPr/>
          <a:lstStyle/>
          <a:p>
            <a:fld id="{8707ADB4-3FD1-4E07-A2B9-98A69C71E907}" type="datetime1">
              <a:rPr lang="en-US" smtClean="0"/>
              <a:pPr/>
              <a:t>10/24/2025</a:t>
            </a:fld>
            <a:endParaRPr lang="en-US"/>
          </a:p>
        </p:txBody>
      </p:sp>
      <p:sp>
        <p:nvSpPr>
          <p:cNvPr id="8" name="Footer Placeholder 7">
            <a:extLst>
              <a:ext uri="{FF2B5EF4-FFF2-40B4-BE49-F238E27FC236}">
                <a16:creationId xmlns:a16="http://schemas.microsoft.com/office/drawing/2014/main" id="{DBF2E257-BED6-EEE0-2F86-D12E9B4C6A8A}"/>
              </a:ext>
            </a:extLst>
          </p:cNvPr>
          <p:cNvSpPr>
            <a:spLocks noGrp="1"/>
          </p:cNvSpPr>
          <p:nvPr>
            <p:ph type="ftr" sz="quarter" idx="11"/>
          </p:nvPr>
        </p:nvSpPr>
        <p:spPr/>
        <p:txBody>
          <a:bodyPr/>
          <a:lstStyle/>
          <a:p>
            <a:r>
              <a:rPr lang="en-US"/>
              <a:t>Prof. Venkataramana Veeramsetty</a:t>
            </a:r>
          </a:p>
        </p:txBody>
      </p:sp>
      <p:sp>
        <p:nvSpPr>
          <p:cNvPr id="9" name="Slide Number Placeholder 8">
            <a:extLst>
              <a:ext uri="{FF2B5EF4-FFF2-40B4-BE49-F238E27FC236}">
                <a16:creationId xmlns:a16="http://schemas.microsoft.com/office/drawing/2014/main" id="{4846BED7-9CDB-5725-CB58-D080D33C34B5}"/>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320172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4BB1D-580F-5132-C23E-B9CD688EEB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580E1-1188-F78F-DBDB-BD60F976B2CD}"/>
              </a:ext>
            </a:extLst>
          </p:cNvPr>
          <p:cNvSpPr>
            <a:spLocks noGrp="1"/>
          </p:cNvSpPr>
          <p:nvPr>
            <p:ph type="dt" sz="half" idx="10"/>
          </p:nvPr>
        </p:nvSpPr>
        <p:spPr/>
        <p:txBody>
          <a:bodyPr/>
          <a:lstStyle/>
          <a:p>
            <a:fld id="{0CD662F3-9D45-4AE9-AAC2-89F814DABB88}" type="datetime1">
              <a:rPr lang="en-US" smtClean="0"/>
              <a:pPr/>
              <a:t>10/24/2025</a:t>
            </a:fld>
            <a:endParaRPr lang="en-US"/>
          </a:p>
        </p:txBody>
      </p:sp>
      <p:sp>
        <p:nvSpPr>
          <p:cNvPr id="4" name="Footer Placeholder 3">
            <a:extLst>
              <a:ext uri="{FF2B5EF4-FFF2-40B4-BE49-F238E27FC236}">
                <a16:creationId xmlns:a16="http://schemas.microsoft.com/office/drawing/2014/main" id="{A13376EA-12EF-2180-D39D-32B344DD8320}"/>
              </a:ext>
            </a:extLst>
          </p:cNvPr>
          <p:cNvSpPr>
            <a:spLocks noGrp="1"/>
          </p:cNvSpPr>
          <p:nvPr>
            <p:ph type="ftr" sz="quarter" idx="11"/>
          </p:nvPr>
        </p:nvSpPr>
        <p:spPr/>
        <p:txBody>
          <a:bodyPr/>
          <a:lstStyle/>
          <a:p>
            <a:r>
              <a:rPr lang="en-US"/>
              <a:t>Prof. Venkataramana Veeramsetty</a:t>
            </a:r>
          </a:p>
        </p:txBody>
      </p:sp>
      <p:sp>
        <p:nvSpPr>
          <p:cNvPr id="5" name="Slide Number Placeholder 4">
            <a:extLst>
              <a:ext uri="{FF2B5EF4-FFF2-40B4-BE49-F238E27FC236}">
                <a16:creationId xmlns:a16="http://schemas.microsoft.com/office/drawing/2014/main" id="{590EC9DB-DCC3-B1AB-587D-7D5D1DFE032B}"/>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483074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957248-1ACE-B0B5-9242-19E7C1473CC7}"/>
              </a:ext>
            </a:extLst>
          </p:cNvPr>
          <p:cNvSpPr>
            <a:spLocks noGrp="1"/>
          </p:cNvSpPr>
          <p:nvPr>
            <p:ph type="dt" sz="half" idx="10"/>
          </p:nvPr>
        </p:nvSpPr>
        <p:spPr/>
        <p:txBody>
          <a:bodyPr/>
          <a:lstStyle/>
          <a:p>
            <a:fld id="{74086E71-A404-4C6B-BA20-EBBC64FC893D}" type="datetime1">
              <a:rPr lang="en-US" smtClean="0"/>
              <a:pPr/>
              <a:t>10/24/2025</a:t>
            </a:fld>
            <a:endParaRPr lang="en-US"/>
          </a:p>
        </p:txBody>
      </p:sp>
      <p:sp>
        <p:nvSpPr>
          <p:cNvPr id="3" name="Footer Placeholder 2">
            <a:extLst>
              <a:ext uri="{FF2B5EF4-FFF2-40B4-BE49-F238E27FC236}">
                <a16:creationId xmlns:a16="http://schemas.microsoft.com/office/drawing/2014/main" id="{D2B83C30-0C93-9307-2564-157C44936C29}"/>
              </a:ext>
            </a:extLst>
          </p:cNvPr>
          <p:cNvSpPr>
            <a:spLocks noGrp="1"/>
          </p:cNvSpPr>
          <p:nvPr>
            <p:ph type="ftr" sz="quarter" idx="11"/>
          </p:nvPr>
        </p:nvSpPr>
        <p:spPr/>
        <p:txBody>
          <a:bodyPr/>
          <a:lstStyle/>
          <a:p>
            <a:r>
              <a:rPr lang="en-US"/>
              <a:t>Prof. Venkataramana Veeramsetty</a:t>
            </a:r>
          </a:p>
        </p:txBody>
      </p:sp>
      <p:sp>
        <p:nvSpPr>
          <p:cNvPr id="4" name="Slide Number Placeholder 3">
            <a:extLst>
              <a:ext uri="{FF2B5EF4-FFF2-40B4-BE49-F238E27FC236}">
                <a16:creationId xmlns:a16="http://schemas.microsoft.com/office/drawing/2014/main" id="{2AAE16DA-E589-FA88-4D7C-103B1A6AB8AD}"/>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4243363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C4F56-B781-88DE-B5CF-8666E1686F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048CB4-7C73-57F6-4C1F-6C475FF925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CCB3E8-9234-B7F9-0909-B0DDAA520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A25712-9136-2D26-AB91-5E8C187F0CAD}"/>
              </a:ext>
            </a:extLst>
          </p:cNvPr>
          <p:cNvSpPr>
            <a:spLocks noGrp="1"/>
          </p:cNvSpPr>
          <p:nvPr>
            <p:ph type="dt" sz="half" idx="10"/>
          </p:nvPr>
        </p:nvSpPr>
        <p:spPr/>
        <p:txBody>
          <a:bodyPr/>
          <a:lstStyle/>
          <a:p>
            <a:fld id="{5CA552DD-4519-4609-B804-D5D4D97D21E7}" type="datetime1">
              <a:rPr lang="en-US" smtClean="0"/>
              <a:pPr/>
              <a:t>10/24/2025</a:t>
            </a:fld>
            <a:endParaRPr lang="en-US"/>
          </a:p>
        </p:txBody>
      </p:sp>
      <p:sp>
        <p:nvSpPr>
          <p:cNvPr id="6" name="Footer Placeholder 5">
            <a:extLst>
              <a:ext uri="{FF2B5EF4-FFF2-40B4-BE49-F238E27FC236}">
                <a16:creationId xmlns:a16="http://schemas.microsoft.com/office/drawing/2014/main" id="{03C51FC2-9B9E-5567-DCBC-97BA5F12D230}"/>
              </a:ext>
            </a:extLst>
          </p:cNvPr>
          <p:cNvSpPr>
            <a:spLocks noGrp="1"/>
          </p:cNvSpPr>
          <p:nvPr>
            <p:ph type="ftr" sz="quarter" idx="11"/>
          </p:nvPr>
        </p:nvSpPr>
        <p:spPr/>
        <p:txBody>
          <a:bodyPr/>
          <a:lstStyle/>
          <a:p>
            <a:r>
              <a:rPr lang="en-US"/>
              <a:t>Prof. Venkataramana Veeramsetty</a:t>
            </a:r>
          </a:p>
        </p:txBody>
      </p:sp>
      <p:sp>
        <p:nvSpPr>
          <p:cNvPr id="7" name="Slide Number Placeholder 6">
            <a:extLst>
              <a:ext uri="{FF2B5EF4-FFF2-40B4-BE49-F238E27FC236}">
                <a16:creationId xmlns:a16="http://schemas.microsoft.com/office/drawing/2014/main" id="{193D5149-27C1-FBF9-584D-0CDCAADDEA01}"/>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2466453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0ECB5-0124-E4AB-796D-4DD2001A1E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A109C8-FE9F-0C66-9C71-8C3DDAE55F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2CBBC3-C85A-2A3F-441B-71C12E1B72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4CC9F9-8D8B-FF83-A7D0-ECAE1A08610D}"/>
              </a:ext>
            </a:extLst>
          </p:cNvPr>
          <p:cNvSpPr>
            <a:spLocks noGrp="1"/>
          </p:cNvSpPr>
          <p:nvPr>
            <p:ph type="dt" sz="half" idx="10"/>
          </p:nvPr>
        </p:nvSpPr>
        <p:spPr/>
        <p:txBody>
          <a:bodyPr/>
          <a:lstStyle/>
          <a:p>
            <a:fld id="{C1417FBA-9928-479F-A232-A50A482B881F}" type="datetime1">
              <a:rPr lang="en-US" smtClean="0"/>
              <a:pPr/>
              <a:t>10/24/2025</a:t>
            </a:fld>
            <a:endParaRPr lang="en-US"/>
          </a:p>
        </p:txBody>
      </p:sp>
      <p:sp>
        <p:nvSpPr>
          <p:cNvPr id="6" name="Footer Placeholder 5">
            <a:extLst>
              <a:ext uri="{FF2B5EF4-FFF2-40B4-BE49-F238E27FC236}">
                <a16:creationId xmlns:a16="http://schemas.microsoft.com/office/drawing/2014/main" id="{61717425-9B0E-9676-ADA4-8456000AB609}"/>
              </a:ext>
            </a:extLst>
          </p:cNvPr>
          <p:cNvSpPr>
            <a:spLocks noGrp="1"/>
          </p:cNvSpPr>
          <p:nvPr>
            <p:ph type="ftr" sz="quarter" idx="11"/>
          </p:nvPr>
        </p:nvSpPr>
        <p:spPr/>
        <p:txBody>
          <a:bodyPr/>
          <a:lstStyle/>
          <a:p>
            <a:r>
              <a:rPr lang="en-US"/>
              <a:t>Prof. Venkataramana Veeramsetty</a:t>
            </a:r>
          </a:p>
        </p:txBody>
      </p:sp>
      <p:sp>
        <p:nvSpPr>
          <p:cNvPr id="7" name="Slide Number Placeholder 6">
            <a:extLst>
              <a:ext uri="{FF2B5EF4-FFF2-40B4-BE49-F238E27FC236}">
                <a16:creationId xmlns:a16="http://schemas.microsoft.com/office/drawing/2014/main" id="{E90C69FA-8AB7-BCF6-F761-4FAE38610825}"/>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115205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838D7-ED46-1642-DC1A-3A465BB2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4E15FD-A10E-BAF8-E05C-538407F872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4DE2C9-0FB1-E71A-FB85-9648E0180D57}"/>
              </a:ext>
            </a:extLst>
          </p:cNvPr>
          <p:cNvSpPr>
            <a:spLocks noGrp="1"/>
          </p:cNvSpPr>
          <p:nvPr>
            <p:ph type="dt" sz="half" idx="10"/>
          </p:nvPr>
        </p:nvSpPr>
        <p:spPr/>
        <p:txBody>
          <a:bodyPr/>
          <a:lstStyle/>
          <a:p>
            <a:fld id="{4591516C-6EE7-4F99-A3E1-1C2A5FC4A80F}" type="datetime1">
              <a:rPr lang="en-US" smtClean="0"/>
              <a:pPr/>
              <a:t>10/24/2025</a:t>
            </a:fld>
            <a:endParaRPr lang="en-US"/>
          </a:p>
        </p:txBody>
      </p:sp>
      <p:sp>
        <p:nvSpPr>
          <p:cNvPr id="5" name="Footer Placeholder 4">
            <a:extLst>
              <a:ext uri="{FF2B5EF4-FFF2-40B4-BE49-F238E27FC236}">
                <a16:creationId xmlns:a16="http://schemas.microsoft.com/office/drawing/2014/main" id="{372025A5-BF35-212A-9794-5B9117B897AC}"/>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9322621E-0398-079F-48B0-4E9BF4D85971}"/>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3982805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785918-5C87-9CA6-5F8A-9772EFAB8B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D2CDE8-2A9D-A636-8E8E-D9BC332C92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6A6C24-D833-818E-EA16-DF647970307D}"/>
              </a:ext>
            </a:extLst>
          </p:cNvPr>
          <p:cNvSpPr>
            <a:spLocks noGrp="1"/>
          </p:cNvSpPr>
          <p:nvPr>
            <p:ph type="dt" sz="half" idx="10"/>
          </p:nvPr>
        </p:nvSpPr>
        <p:spPr/>
        <p:txBody>
          <a:bodyPr/>
          <a:lstStyle/>
          <a:p>
            <a:fld id="{27A10B26-6DF6-41E7-9E79-2F8F2A1599E8}" type="datetime1">
              <a:rPr lang="en-US" smtClean="0"/>
              <a:pPr/>
              <a:t>10/24/2025</a:t>
            </a:fld>
            <a:endParaRPr lang="en-US"/>
          </a:p>
        </p:txBody>
      </p:sp>
      <p:sp>
        <p:nvSpPr>
          <p:cNvPr id="5" name="Footer Placeholder 4">
            <a:extLst>
              <a:ext uri="{FF2B5EF4-FFF2-40B4-BE49-F238E27FC236}">
                <a16:creationId xmlns:a16="http://schemas.microsoft.com/office/drawing/2014/main" id="{0D9DE245-B4A4-F43F-404C-840EF95B11CC}"/>
              </a:ext>
            </a:extLst>
          </p:cNvPr>
          <p:cNvSpPr>
            <a:spLocks noGrp="1"/>
          </p:cNvSpPr>
          <p:nvPr>
            <p:ph type="ftr" sz="quarter" idx="11"/>
          </p:nvPr>
        </p:nvSpPr>
        <p:spPr/>
        <p:txBody>
          <a:bodyPr/>
          <a:lstStyle/>
          <a:p>
            <a:r>
              <a:rPr lang="en-US"/>
              <a:t>Prof. Venkataramana Veeramsetty</a:t>
            </a:r>
          </a:p>
        </p:txBody>
      </p:sp>
      <p:sp>
        <p:nvSpPr>
          <p:cNvPr id="6" name="Slide Number Placeholder 5">
            <a:extLst>
              <a:ext uri="{FF2B5EF4-FFF2-40B4-BE49-F238E27FC236}">
                <a16:creationId xmlns:a16="http://schemas.microsoft.com/office/drawing/2014/main" id="{BCB5E3AB-A1E1-E9C0-F70E-E74A4DF44EB7}"/>
              </a:ext>
            </a:extLst>
          </p:cNvPr>
          <p:cNvSpPr>
            <a:spLocks noGrp="1"/>
          </p:cNvSpPr>
          <p:nvPr>
            <p:ph type="sldNum" sz="quarter" idx="12"/>
          </p:nvPr>
        </p:nvSpPr>
        <p:spPr/>
        <p:txBody>
          <a:bodyPr/>
          <a:lstStyle/>
          <a:p>
            <a:fld id="{6EFE7C99-B088-4EBB-BFF6-BECCC96D5DD8}" type="slidenum">
              <a:rPr lang="en-US" smtClean="0"/>
              <a:pPr/>
              <a:t>‹#›</a:t>
            </a:fld>
            <a:endParaRPr lang="en-US"/>
          </a:p>
        </p:txBody>
      </p:sp>
    </p:spTree>
    <p:extLst>
      <p:ext uri="{BB962C8B-B14F-4D97-AF65-F5344CB8AC3E}">
        <p14:creationId xmlns:p14="http://schemas.microsoft.com/office/powerpoint/2010/main" val="1403670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DC4ECF-2932-CCE3-D471-28AEE158A1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C3F014-55A0-15E8-570C-9924061EAF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8FC8E4-76AA-BD7E-E8F5-883744F5AD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29BFC8-5C74-495F-A3BA-0D466EB87652}" type="datetime1">
              <a:rPr lang="en-US" smtClean="0"/>
              <a:pPr/>
              <a:t>10/24/2025</a:t>
            </a:fld>
            <a:endParaRPr lang="en-US"/>
          </a:p>
        </p:txBody>
      </p:sp>
      <p:sp>
        <p:nvSpPr>
          <p:cNvPr id="5" name="Footer Placeholder 4">
            <a:extLst>
              <a:ext uri="{FF2B5EF4-FFF2-40B4-BE49-F238E27FC236}">
                <a16:creationId xmlns:a16="http://schemas.microsoft.com/office/drawing/2014/main" id="{87FCE52D-3D9F-AC04-8299-E6328C65FE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Prof. Venkataramana Veeramsetty</a:t>
            </a:r>
          </a:p>
        </p:txBody>
      </p:sp>
      <p:sp>
        <p:nvSpPr>
          <p:cNvPr id="6" name="Slide Number Placeholder 5">
            <a:extLst>
              <a:ext uri="{FF2B5EF4-FFF2-40B4-BE49-F238E27FC236}">
                <a16:creationId xmlns:a16="http://schemas.microsoft.com/office/drawing/2014/main" id="{8E9F1DD0-ABF1-D159-6BFD-2D7BD52843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E7C99-B088-4EBB-BFF6-BECCC96D5DD8}" type="slidenum">
              <a:rPr lang="en-US" smtClean="0"/>
              <a:pPr/>
              <a:t>‹#›</a:t>
            </a:fld>
            <a:endParaRPr lang="en-US"/>
          </a:p>
        </p:txBody>
      </p:sp>
    </p:spTree>
    <p:extLst>
      <p:ext uri="{BB962C8B-B14F-4D97-AF65-F5344CB8AC3E}">
        <p14:creationId xmlns:p14="http://schemas.microsoft.com/office/powerpoint/2010/main" val="23619099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jpe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hyperlink" Target="https://www.youtube.com/watch?v=yCxV0kBpA6M" TargetMode="External"/><Relationship Id="rId4" Type="http://schemas.openxmlformats.org/officeDocument/2006/relationships/hyperlink" Target="https://workat.tech/problem-solving/tutorial/sorting-algorithms-bubble-insertion-selection-sort-veubp86w3e1r"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C027CC2F-7B4F-AA9B-4D81-E98F83DF2328}"/>
              </a:ext>
            </a:extLst>
          </p:cNvPr>
          <p:cNvPicPr>
            <a:picLocks noChangeAspect="1"/>
          </p:cNvPicPr>
          <p:nvPr/>
        </p:nvPicPr>
        <p:blipFill>
          <a:blip r:embed="rId2"/>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42C3F97-7163-10DB-A067-B3F1568C9564}"/>
              </a:ext>
            </a:extLst>
          </p:cNvPr>
          <p:cNvSpPr>
            <a:spLocks noGrp="1"/>
          </p:cNvSpPr>
          <p:nvPr>
            <p:ph type="dt" sz="half" idx="10"/>
          </p:nvPr>
        </p:nvSpPr>
        <p:spPr/>
        <p:txBody>
          <a:bodyPr/>
          <a:lstStyle/>
          <a:p>
            <a:fld id="{4D1B6A9F-AD96-4D7B-9874-EB7A5E6B8FED}" type="datetime1">
              <a:rPr lang="en-US" smtClean="0"/>
              <a:pPr/>
              <a:t>10/24/2025</a:t>
            </a:fld>
            <a:endParaRPr lang="en-US"/>
          </a:p>
        </p:txBody>
      </p:sp>
      <p:sp>
        <p:nvSpPr>
          <p:cNvPr id="15" name="Slide Number Placeholder 14">
            <a:extLst>
              <a:ext uri="{FF2B5EF4-FFF2-40B4-BE49-F238E27FC236}">
                <a16:creationId xmlns:a16="http://schemas.microsoft.com/office/drawing/2014/main" id="{B743A2CC-628E-6D6B-CB09-6DD9562DC0FF}"/>
              </a:ext>
            </a:extLst>
          </p:cNvPr>
          <p:cNvSpPr>
            <a:spLocks noGrp="1"/>
          </p:cNvSpPr>
          <p:nvPr>
            <p:ph type="sldNum" sz="quarter" idx="12"/>
          </p:nvPr>
        </p:nvSpPr>
        <p:spPr/>
        <p:txBody>
          <a:bodyPr/>
          <a:lstStyle/>
          <a:p>
            <a:fld id="{6EFE7C99-B088-4EBB-BFF6-BECCC96D5DD8}" type="slidenum">
              <a:rPr lang="en-US" smtClean="0"/>
              <a:pPr/>
              <a:t>1</a:t>
            </a:fld>
            <a:endParaRPr lang="en-US"/>
          </a:p>
        </p:txBody>
      </p:sp>
      <p:grpSp>
        <p:nvGrpSpPr>
          <p:cNvPr id="5" name="Group 4">
            <a:extLst>
              <a:ext uri="{FF2B5EF4-FFF2-40B4-BE49-F238E27FC236}">
                <a16:creationId xmlns:a16="http://schemas.microsoft.com/office/drawing/2014/main" id="{7843BD2A-3656-4EFB-EE81-1532C7D1499D}"/>
              </a:ext>
            </a:extLst>
          </p:cNvPr>
          <p:cNvGrpSpPr/>
          <p:nvPr/>
        </p:nvGrpSpPr>
        <p:grpSpPr>
          <a:xfrm>
            <a:off x="2336800" y="134364"/>
            <a:ext cx="9745291" cy="677445"/>
            <a:chOff x="2336800" y="134364"/>
            <a:chExt cx="9745291" cy="677445"/>
          </a:xfrm>
          <a:solidFill>
            <a:srgbClr val="194E91"/>
          </a:solidFill>
        </p:grpSpPr>
        <p:sp>
          <p:nvSpPr>
            <p:cNvPr id="6" name="TextBox 5">
              <a:extLst>
                <a:ext uri="{FF2B5EF4-FFF2-40B4-BE49-F238E27FC236}">
                  <a16:creationId xmlns:a16="http://schemas.microsoft.com/office/drawing/2014/main" id="{50A3A666-1D60-C481-FA38-2B6816EEF98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10" name="TextBox 9">
              <a:extLst>
                <a:ext uri="{FF2B5EF4-FFF2-40B4-BE49-F238E27FC236}">
                  <a16:creationId xmlns:a16="http://schemas.microsoft.com/office/drawing/2014/main" id="{3D5B2BB8-BCBA-3DA1-A07C-DCC08FAF71AB}"/>
                </a:ext>
              </a:extLst>
            </p:cNvPr>
            <p:cNvSpPr txBox="1"/>
            <p:nvPr/>
          </p:nvSpPr>
          <p:spPr>
            <a:xfrm>
              <a:off x="2394530" y="273031"/>
              <a:ext cx="9687560" cy="400110"/>
            </a:xfrm>
            <a:prstGeom prst="rect">
              <a:avLst/>
            </a:prstGeom>
            <a:grpFill/>
          </p:spPr>
          <p:txBody>
            <a:bodyPr wrap="square" rtlCol="0">
              <a:spAutoFit/>
            </a:bodyPr>
            <a:lstStyle/>
            <a:p>
              <a:r>
                <a:rPr lang="en-US" sz="2000" b="1" dirty="0">
                  <a:solidFill>
                    <a:schemeClr val="bg1"/>
                  </a:solidFill>
                </a:rPr>
                <a:t>School of Computer Science and AI, SR University</a:t>
              </a:r>
              <a:endParaRPr lang="en-US" sz="2000" dirty="0"/>
            </a:p>
          </p:txBody>
        </p:sp>
      </p:grpSp>
      <p:sp>
        <p:nvSpPr>
          <p:cNvPr id="11" name="TextBox 10">
            <a:extLst>
              <a:ext uri="{FF2B5EF4-FFF2-40B4-BE49-F238E27FC236}">
                <a16:creationId xmlns:a16="http://schemas.microsoft.com/office/drawing/2014/main" id="{61643550-BC90-31DB-C96C-291D61ED3D0D}"/>
              </a:ext>
            </a:extLst>
          </p:cNvPr>
          <p:cNvSpPr txBox="1"/>
          <p:nvPr/>
        </p:nvSpPr>
        <p:spPr>
          <a:xfrm>
            <a:off x="109909" y="3949851"/>
            <a:ext cx="5525577" cy="830997"/>
          </a:xfrm>
          <a:prstGeom prst="rect">
            <a:avLst/>
          </a:prstGeom>
          <a:noFill/>
        </p:spPr>
        <p:txBody>
          <a:bodyPr wrap="square" rtlCol="0">
            <a:spAutoFit/>
          </a:bodyPr>
          <a:lstStyle/>
          <a:p>
            <a:r>
              <a:rPr lang="en-US" sz="2400" b="1" dirty="0">
                <a:solidFill>
                  <a:srgbClr val="164F8F"/>
                </a:solidFill>
              </a:rPr>
              <a:t>Dr. Venkataramana Veeramsetty</a:t>
            </a:r>
          </a:p>
          <a:p>
            <a:r>
              <a:rPr lang="en-US" sz="2400" b="1" dirty="0">
                <a:solidFill>
                  <a:srgbClr val="164F8F"/>
                </a:solidFill>
              </a:rPr>
              <a:t>Professor</a:t>
            </a:r>
          </a:p>
        </p:txBody>
      </p:sp>
      <p:graphicFrame>
        <p:nvGraphicFramePr>
          <p:cNvPr id="19" name="Table 18">
            <a:extLst>
              <a:ext uri="{FF2B5EF4-FFF2-40B4-BE49-F238E27FC236}">
                <a16:creationId xmlns:a16="http://schemas.microsoft.com/office/drawing/2014/main" id="{B852DD20-2BA1-1097-A1A8-83E90344B53C}"/>
              </a:ext>
            </a:extLst>
          </p:cNvPr>
          <p:cNvGraphicFramePr>
            <a:graphicFrameLocks noGrp="1"/>
          </p:cNvGraphicFramePr>
          <p:nvPr>
            <p:extLst>
              <p:ext uri="{D42A27DB-BD31-4B8C-83A1-F6EECF244321}">
                <p14:modId xmlns:p14="http://schemas.microsoft.com/office/powerpoint/2010/main" val="237348242"/>
              </p:ext>
            </p:extLst>
          </p:nvPr>
        </p:nvGraphicFramePr>
        <p:xfrm>
          <a:off x="109910" y="1273306"/>
          <a:ext cx="6053328" cy="1112520"/>
        </p:xfrm>
        <a:graphic>
          <a:graphicData uri="http://schemas.openxmlformats.org/drawingml/2006/table">
            <a:tbl>
              <a:tblPr firstRow="1" bandRow="1">
                <a:tableStyleId>{5C22544A-7EE6-4342-B048-85BDC9FD1C3A}</a:tableStyleId>
              </a:tblPr>
              <a:tblGrid>
                <a:gridCol w="1903716">
                  <a:extLst>
                    <a:ext uri="{9D8B030D-6E8A-4147-A177-3AD203B41FA5}">
                      <a16:colId xmlns:a16="http://schemas.microsoft.com/office/drawing/2014/main" val="1381312057"/>
                    </a:ext>
                  </a:extLst>
                </a:gridCol>
                <a:gridCol w="2557995">
                  <a:extLst>
                    <a:ext uri="{9D8B030D-6E8A-4147-A177-3AD203B41FA5}">
                      <a16:colId xmlns:a16="http://schemas.microsoft.com/office/drawing/2014/main" val="242157776"/>
                    </a:ext>
                  </a:extLst>
                </a:gridCol>
                <a:gridCol w="265555">
                  <a:extLst>
                    <a:ext uri="{9D8B030D-6E8A-4147-A177-3AD203B41FA5}">
                      <a16:colId xmlns:a16="http://schemas.microsoft.com/office/drawing/2014/main" val="446022343"/>
                    </a:ext>
                  </a:extLst>
                </a:gridCol>
                <a:gridCol w="578286">
                  <a:extLst>
                    <a:ext uri="{9D8B030D-6E8A-4147-A177-3AD203B41FA5}">
                      <a16:colId xmlns:a16="http://schemas.microsoft.com/office/drawing/2014/main" val="3074180346"/>
                    </a:ext>
                  </a:extLst>
                </a:gridCol>
                <a:gridCol w="208280">
                  <a:extLst>
                    <a:ext uri="{9D8B030D-6E8A-4147-A177-3AD203B41FA5}">
                      <a16:colId xmlns:a16="http://schemas.microsoft.com/office/drawing/2014/main" val="2065650034"/>
                    </a:ext>
                  </a:extLst>
                </a:gridCol>
                <a:gridCol w="539496">
                  <a:extLst>
                    <a:ext uri="{9D8B030D-6E8A-4147-A177-3AD203B41FA5}">
                      <a16:colId xmlns:a16="http://schemas.microsoft.com/office/drawing/2014/main" val="4236025598"/>
                    </a:ext>
                  </a:extLst>
                </a:gridCol>
              </a:tblGrid>
              <a:tr h="370840">
                <a:tc>
                  <a:txBody>
                    <a:bodyPr/>
                    <a:lstStyle/>
                    <a:p>
                      <a:pPr algn="ctr"/>
                      <a:r>
                        <a:rPr lang="en-US" dirty="0"/>
                        <a:t>Course Code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Course 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tc>
                  <a:txBody>
                    <a:bodyPr/>
                    <a:lstStyle/>
                    <a:p>
                      <a:pPr algn="ctr"/>
                      <a:r>
                        <a:rPr lang="en-US" dirty="0"/>
                        <a:t>Cr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164F8F"/>
                    </a:solidFill>
                  </a:tcPr>
                </a:tc>
                <a:extLst>
                  <a:ext uri="{0D108BD9-81ED-4DB2-BD59-A6C34878D82A}">
                    <a16:rowId xmlns:a16="http://schemas.microsoft.com/office/drawing/2014/main" val="2754823073"/>
                  </a:ext>
                </a:extLst>
              </a:tr>
              <a:tr h="370840">
                <a:tc>
                  <a:txBody>
                    <a:bodyPr/>
                    <a:lstStyle/>
                    <a:p>
                      <a:pPr algn="ctr"/>
                      <a:r>
                        <a:rPr lang="en-IN" sz="1800" b="1" i="0" u="none" strike="noStrike" dirty="0">
                          <a:solidFill>
                            <a:srgbClr val="FF0000"/>
                          </a:solidFill>
                          <a:effectLst/>
                          <a:latin typeface="Cambria" panose="02040503050406030204" pitchFamily="18" charset="0"/>
                        </a:rPr>
                        <a:t>25CAI004PC206</a:t>
                      </a:r>
                      <a:endParaRPr lang="en-US" b="1" dirty="0">
                        <a:solidFill>
                          <a:srgbClr val="164F8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b="1" dirty="0">
                          <a:solidFill>
                            <a:srgbClr val="164F8F"/>
                          </a:solidFill>
                        </a:rPr>
                        <a:t>AI Assisted Coding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IN" b="1" dirty="0">
                          <a:solidFill>
                            <a:srgbClr val="164F8F"/>
                          </a:solidFill>
                        </a:rPr>
                        <a:t>0</a:t>
                      </a:r>
                      <a:endParaRPr lang="en-US" b="1" dirty="0">
                        <a:solidFill>
                          <a:srgbClr val="164F8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US" b="1" dirty="0">
                          <a:solidFill>
                            <a:srgbClr val="164F8F"/>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IN" b="1" dirty="0">
                          <a:solidFill>
                            <a:srgbClr val="164F8F"/>
                          </a:solidFill>
                        </a:rPr>
                        <a:t>4</a:t>
                      </a:r>
                      <a:endParaRPr lang="en-US" b="1" dirty="0">
                        <a:solidFill>
                          <a:srgbClr val="164F8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a:r>
                        <a:rPr lang="en-IN" b="1" dirty="0">
                          <a:solidFill>
                            <a:srgbClr val="164F8F"/>
                          </a:solidFill>
                        </a:rPr>
                        <a:t>2</a:t>
                      </a:r>
                      <a:endParaRPr lang="en-US" b="1" dirty="0">
                        <a:solidFill>
                          <a:srgbClr val="164F8F"/>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526047256"/>
                  </a:ext>
                </a:extLst>
              </a:tr>
              <a:tr h="370840">
                <a:tc gridSpan="6">
                  <a:txBody>
                    <a:bodyPr/>
                    <a:lstStyle/>
                    <a:p>
                      <a:pPr algn="ctr"/>
                      <a:r>
                        <a:rPr lang="en-US" b="1" dirty="0">
                          <a:solidFill>
                            <a:srgbClr val="164F8F"/>
                          </a:solidFill>
                        </a:rPr>
                        <a:t>Program Core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3025807806"/>
                  </a:ext>
                </a:extLst>
              </a:tr>
            </a:tbl>
          </a:graphicData>
        </a:graphic>
      </p:graphicFrame>
      <p:graphicFrame>
        <p:nvGraphicFramePr>
          <p:cNvPr id="2" name="Table 1">
            <a:extLst>
              <a:ext uri="{FF2B5EF4-FFF2-40B4-BE49-F238E27FC236}">
                <a16:creationId xmlns:a16="http://schemas.microsoft.com/office/drawing/2014/main" id="{2E9565CE-F940-4E40-840E-05DAAD5EF3AC}"/>
              </a:ext>
            </a:extLst>
          </p:cNvPr>
          <p:cNvGraphicFramePr>
            <a:graphicFrameLocks noGrp="1"/>
          </p:cNvGraphicFramePr>
          <p:nvPr>
            <p:extLst>
              <p:ext uri="{D42A27DB-BD31-4B8C-83A1-F6EECF244321}">
                <p14:modId xmlns:p14="http://schemas.microsoft.com/office/powerpoint/2010/main" val="2218393778"/>
              </p:ext>
            </p:extLst>
          </p:nvPr>
        </p:nvGraphicFramePr>
        <p:xfrm>
          <a:off x="6249563" y="1273306"/>
          <a:ext cx="2994839" cy="914400"/>
        </p:xfrm>
        <a:graphic>
          <a:graphicData uri="http://schemas.openxmlformats.org/drawingml/2006/table">
            <a:tbl>
              <a:tblPr firstRow="1" bandRow="1">
                <a:tableStyleId>{5940675A-B579-460E-94D1-54222C63F5DA}</a:tableStyleId>
              </a:tblPr>
              <a:tblGrid>
                <a:gridCol w="2994839">
                  <a:extLst>
                    <a:ext uri="{9D8B030D-6E8A-4147-A177-3AD203B41FA5}">
                      <a16:colId xmlns:a16="http://schemas.microsoft.com/office/drawing/2014/main" val="2443765172"/>
                    </a:ext>
                  </a:extLst>
                </a:gridCol>
              </a:tblGrid>
              <a:tr h="36512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rPr>
                        <a:t>Algorithms with AI Assistance: Sorting and searching</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64F8F"/>
                    </a:solidFill>
                  </a:tcPr>
                </a:tc>
                <a:extLst>
                  <a:ext uri="{0D108BD9-81ED-4DB2-BD59-A6C34878D82A}">
                    <a16:rowId xmlns:a16="http://schemas.microsoft.com/office/drawing/2014/main" val="3492592027"/>
                  </a:ext>
                </a:extLst>
              </a:tr>
            </a:tbl>
          </a:graphicData>
        </a:graphic>
      </p:graphicFrame>
      <p:graphicFrame>
        <p:nvGraphicFramePr>
          <p:cNvPr id="4" name="Table 3">
            <a:extLst>
              <a:ext uri="{FF2B5EF4-FFF2-40B4-BE49-F238E27FC236}">
                <a16:creationId xmlns:a16="http://schemas.microsoft.com/office/drawing/2014/main" id="{1E174C43-2445-5A44-DE5A-BF274237C690}"/>
              </a:ext>
            </a:extLst>
          </p:cNvPr>
          <p:cNvGraphicFramePr>
            <a:graphicFrameLocks noGrp="1"/>
          </p:cNvGraphicFramePr>
          <p:nvPr>
            <p:extLst>
              <p:ext uri="{D42A27DB-BD31-4B8C-83A1-F6EECF244321}">
                <p14:modId xmlns:p14="http://schemas.microsoft.com/office/powerpoint/2010/main" val="1167434389"/>
              </p:ext>
            </p:extLst>
          </p:nvPr>
        </p:nvGraphicFramePr>
        <p:xfrm>
          <a:off x="9338890" y="1275648"/>
          <a:ext cx="2743200" cy="1285240"/>
        </p:xfrm>
        <a:graphic>
          <a:graphicData uri="http://schemas.openxmlformats.org/drawingml/2006/table">
            <a:tbl>
              <a:tblPr firstRow="1" bandRow="1">
                <a:tableStyleId>{5940675A-B579-460E-94D1-54222C63F5DA}</a:tableStyleId>
              </a:tblPr>
              <a:tblGrid>
                <a:gridCol w="2743200">
                  <a:extLst>
                    <a:ext uri="{9D8B030D-6E8A-4147-A177-3AD203B41FA5}">
                      <a16:colId xmlns:a16="http://schemas.microsoft.com/office/drawing/2014/main" val="1059976695"/>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rPr>
                        <a:t>Lecture</a:t>
                      </a:r>
                      <a:r>
                        <a:rPr lang="en-US" sz="1800" b="1" baseline="0" dirty="0">
                          <a:solidFill>
                            <a:schemeClr val="bg1"/>
                          </a:solidFill>
                        </a:rPr>
                        <a:t> - 12</a:t>
                      </a:r>
                      <a:endParaRPr lang="en-US" sz="1800" b="1" dirty="0">
                        <a:solidFill>
                          <a:schemeClr val="bg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164F8F"/>
                    </a:solidFill>
                  </a:tcPr>
                </a:tc>
                <a:extLst>
                  <a:ext uri="{0D108BD9-81ED-4DB2-BD59-A6C34878D82A}">
                    <a16:rowId xmlns:a16="http://schemas.microsoft.com/office/drawing/2014/main" val="3307758912"/>
                  </a:ext>
                </a:extLst>
              </a:tr>
              <a:tr h="370840">
                <a:tc>
                  <a:txBody>
                    <a:bodyPr/>
                    <a:lstStyle/>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IN" sz="1800" b="1" dirty="0">
                          <a:solidFill>
                            <a:srgbClr val="164F8F"/>
                          </a:solidFill>
                        </a:rPr>
                        <a:t>Testing Tools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IN" sz="1800" b="1" dirty="0">
                          <a:solidFill>
                            <a:srgbClr val="164F8F"/>
                          </a:solidFill>
                        </a:rPr>
                        <a:t>Benefits of Testing</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lang="en-IN" sz="1800" b="1" dirty="0">
                          <a:solidFill>
                            <a:srgbClr val="164F8F"/>
                          </a:solidFill>
                        </a:rPr>
                        <a:t>Tutorial</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07406387"/>
                  </a:ext>
                </a:extLst>
              </a:tr>
            </a:tbl>
          </a:graphicData>
        </a:graphic>
      </p:graphicFrame>
      <p:sp>
        <p:nvSpPr>
          <p:cNvPr id="12" name="Footer Placeholder 11"/>
          <p:cNvSpPr>
            <a:spLocks noGrp="1"/>
          </p:cNvSpPr>
          <p:nvPr>
            <p:ph type="ftr" sz="quarter" idx="11"/>
          </p:nvPr>
        </p:nvSpPr>
        <p:spPr/>
        <p:txBody>
          <a:bodyPr/>
          <a:lstStyle/>
          <a:p>
            <a:r>
              <a:rPr lang="en-US"/>
              <a:t>Prof. Venkataramana Veeramsetty</a:t>
            </a:r>
          </a:p>
        </p:txBody>
      </p:sp>
    </p:spTree>
    <p:extLst>
      <p:ext uri="{BB962C8B-B14F-4D97-AF65-F5344CB8AC3E}">
        <p14:creationId xmlns:p14="http://schemas.microsoft.com/office/powerpoint/2010/main" val="1434162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AD16C-EACE-807C-AB29-6D4BBE7ACF17}"/>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DA9BF963-A14E-0D23-3CC5-2A29AECF7B77}"/>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BDB5567E-5927-9983-2116-CA7232D43C30}"/>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FC1B7CF2-B14D-6BDA-CD4A-D84A5D3F6B49}"/>
              </a:ext>
            </a:extLst>
          </p:cNvPr>
          <p:cNvSpPr>
            <a:spLocks noGrp="1"/>
          </p:cNvSpPr>
          <p:nvPr>
            <p:ph type="sldNum" sz="quarter" idx="12"/>
          </p:nvPr>
        </p:nvSpPr>
        <p:spPr/>
        <p:txBody>
          <a:bodyPr/>
          <a:lstStyle/>
          <a:p>
            <a:fld id="{6EFE7C99-B088-4EBB-BFF6-BECCC96D5DD8}" type="slidenum">
              <a:rPr lang="en-US" smtClean="0"/>
              <a:pPr/>
              <a:t>2</a:t>
            </a:fld>
            <a:endParaRPr lang="en-US"/>
          </a:p>
        </p:txBody>
      </p:sp>
      <p:sp>
        <p:nvSpPr>
          <p:cNvPr id="10" name="TextBox 9">
            <a:extLst>
              <a:ext uri="{FF2B5EF4-FFF2-40B4-BE49-F238E27FC236}">
                <a16:creationId xmlns:a16="http://schemas.microsoft.com/office/drawing/2014/main" id="{A2F9E1E2-9AD9-535D-2D69-ACE96CF7B40B}"/>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1014FCD0-21EB-628F-6257-153596366AD3}"/>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3A4B850F-806B-BBFF-1AF4-974F9A13EA87}"/>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A41B9311-EB0F-91C5-AE6F-9C882E10B2F6}"/>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Sorting Algorithms</a:t>
              </a:r>
              <a:endParaRPr lang="en-US" sz="2000" dirty="0"/>
            </a:p>
          </p:txBody>
        </p:sp>
      </p:grpSp>
      <p:sp>
        <p:nvSpPr>
          <p:cNvPr id="16" name="Footer Placeholder 15"/>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DE03A9B3-FD13-EFCF-CB64-F51BF008DF93}"/>
              </a:ext>
            </a:extLst>
          </p:cNvPr>
          <p:cNvSpPr txBox="1"/>
          <p:nvPr/>
        </p:nvSpPr>
        <p:spPr>
          <a:xfrm>
            <a:off x="317643" y="1447930"/>
            <a:ext cx="10715347" cy="923330"/>
          </a:xfrm>
          <a:prstGeom prst="rect">
            <a:avLst/>
          </a:prstGeom>
          <a:noFill/>
        </p:spPr>
        <p:txBody>
          <a:bodyPr wrap="square">
            <a:spAutoFit/>
          </a:bodyPr>
          <a:lstStyle/>
          <a:p>
            <a:r>
              <a:rPr lang="en-US" dirty="0"/>
              <a:t>Given a sequence of elements, sorting them means that ordering them in a particular fashion like ascending or descending. In general, when we talk about sorting, we are talking about ordering them in ascending order.</a:t>
            </a:r>
            <a:endParaRPr lang="en-IN" dirty="0"/>
          </a:p>
        </p:txBody>
      </p:sp>
      <p:sp>
        <p:nvSpPr>
          <p:cNvPr id="11" name="TextBox 10">
            <a:extLst>
              <a:ext uri="{FF2B5EF4-FFF2-40B4-BE49-F238E27FC236}">
                <a16:creationId xmlns:a16="http://schemas.microsoft.com/office/drawing/2014/main" id="{136AD3E5-8FE5-0B45-CE53-7FE0791D0623}"/>
              </a:ext>
            </a:extLst>
          </p:cNvPr>
          <p:cNvSpPr txBox="1"/>
          <p:nvPr/>
        </p:nvSpPr>
        <p:spPr>
          <a:xfrm>
            <a:off x="534140" y="2932468"/>
            <a:ext cx="8290264" cy="1831271"/>
          </a:xfrm>
          <a:prstGeom prst="rect">
            <a:avLst/>
          </a:prstGeom>
          <a:noFill/>
        </p:spPr>
        <p:txBody>
          <a:bodyPr wrap="square">
            <a:spAutoFit/>
          </a:bodyPr>
          <a:lstStyle/>
          <a:p>
            <a:pPr algn="l">
              <a:spcAft>
                <a:spcPts val="600"/>
              </a:spcAft>
              <a:buNone/>
            </a:pPr>
            <a:r>
              <a:rPr lang="en-US" b="1" i="0" dirty="0">
                <a:solidFill>
                  <a:srgbClr val="000000"/>
                </a:solidFill>
                <a:effectLst/>
                <a:latin typeface="Nunito Sans" pitchFamily="2" charset="0"/>
              </a:rPr>
              <a:t>Example</a:t>
            </a:r>
          </a:p>
          <a:p>
            <a:pPr algn="l">
              <a:buNone/>
            </a:pPr>
            <a:r>
              <a:rPr lang="en-US" b="0" i="0" dirty="0">
                <a:solidFill>
                  <a:srgbClr val="000000"/>
                </a:solidFill>
                <a:effectLst/>
                <a:latin typeface="Nunito Sans" pitchFamily="2" charset="0"/>
              </a:rPr>
              <a:t>Initial Sequence: 3, 4, 1, 6, 2, 5</a:t>
            </a:r>
          </a:p>
          <a:p>
            <a:pPr algn="l">
              <a:buNone/>
            </a:pPr>
            <a:endParaRPr lang="en-US" b="0" i="0" dirty="0">
              <a:solidFill>
                <a:srgbClr val="000000"/>
              </a:solidFill>
              <a:effectLst/>
              <a:latin typeface="Nunito Sans" pitchFamily="2" charset="0"/>
            </a:endParaRPr>
          </a:p>
          <a:p>
            <a:pPr algn="l">
              <a:buNone/>
            </a:pPr>
            <a:r>
              <a:rPr lang="en-US" b="0" i="0" dirty="0">
                <a:solidFill>
                  <a:srgbClr val="000000"/>
                </a:solidFill>
                <a:effectLst/>
                <a:latin typeface="Nunito Sans" pitchFamily="2" charset="0"/>
              </a:rPr>
              <a:t>After Sorting: 1, 2, 3, 4, 5, 6</a:t>
            </a:r>
          </a:p>
          <a:p>
            <a:pPr algn="l">
              <a:buNone/>
            </a:pPr>
            <a:endParaRPr lang="en-US" b="0" i="0" dirty="0">
              <a:solidFill>
                <a:srgbClr val="000000"/>
              </a:solidFill>
              <a:effectLst/>
              <a:latin typeface="Nunito Sans" pitchFamily="2" charset="0"/>
            </a:endParaRPr>
          </a:p>
          <a:p>
            <a:pPr algn="l">
              <a:buNone/>
            </a:pPr>
            <a:r>
              <a:rPr lang="en-US" b="0" i="0" dirty="0">
                <a:solidFill>
                  <a:srgbClr val="000000"/>
                </a:solidFill>
                <a:effectLst/>
                <a:latin typeface="Nunito Sans" pitchFamily="2" charset="0"/>
              </a:rPr>
              <a:t>The values might be integers, or strings, or even other kinds of objects.</a:t>
            </a:r>
          </a:p>
        </p:txBody>
      </p:sp>
    </p:spTree>
    <p:extLst>
      <p:ext uri="{BB962C8B-B14F-4D97-AF65-F5344CB8AC3E}">
        <p14:creationId xmlns:p14="http://schemas.microsoft.com/office/powerpoint/2010/main" val="717232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4DE82-363C-1342-A6EC-A41752C6EDE7}"/>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5B7899FD-5362-3E92-B193-C7EA72549A58}"/>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A65B20D7-F366-9DE1-A4A0-7F16065883E6}"/>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AA9C1A3C-FCEE-629E-C9CE-07166D670557}"/>
              </a:ext>
            </a:extLst>
          </p:cNvPr>
          <p:cNvSpPr>
            <a:spLocks noGrp="1"/>
          </p:cNvSpPr>
          <p:nvPr>
            <p:ph type="sldNum" sz="quarter" idx="12"/>
          </p:nvPr>
        </p:nvSpPr>
        <p:spPr/>
        <p:txBody>
          <a:bodyPr/>
          <a:lstStyle/>
          <a:p>
            <a:fld id="{6EFE7C99-B088-4EBB-BFF6-BECCC96D5DD8}" type="slidenum">
              <a:rPr lang="en-US" smtClean="0"/>
              <a:pPr/>
              <a:t>3</a:t>
            </a:fld>
            <a:endParaRPr lang="en-US"/>
          </a:p>
        </p:txBody>
      </p:sp>
      <p:sp>
        <p:nvSpPr>
          <p:cNvPr id="10" name="TextBox 9">
            <a:extLst>
              <a:ext uri="{FF2B5EF4-FFF2-40B4-BE49-F238E27FC236}">
                <a16:creationId xmlns:a16="http://schemas.microsoft.com/office/drawing/2014/main" id="{1306BF0D-9940-C723-ACB6-43C0B1E8169B}"/>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31233957-8099-A0D7-85DF-413B7FCB54D8}"/>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44FDC2DE-3BFF-3308-D3A8-62A3944F28C8}"/>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5FD88C63-CBB0-CFD4-5A27-CBCDA96E46D7}"/>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Sorting Algorithms</a:t>
              </a:r>
              <a:endParaRPr lang="en-US" sz="2000" dirty="0"/>
            </a:p>
          </p:txBody>
        </p:sp>
      </p:grpSp>
      <p:sp>
        <p:nvSpPr>
          <p:cNvPr id="16" name="Footer Placeholder 15">
            <a:extLst>
              <a:ext uri="{FF2B5EF4-FFF2-40B4-BE49-F238E27FC236}">
                <a16:creationId xmlns:a16="http://schemas.microsoft.com/office/drawing/2014/main" id="{EEC86415-9E4A-46DB-5007-CCB374DF272B}"/>
              </a:ext>
            </a:extLst>
          </p:cNvPr>
          <p:cNvSpPr>
            <a:spLocks noGrp="1"/>
          </p:cNvSpPr>
          <p:nvPr>
            <p:ph type="ftr" sz="quarter" idx="11"/>
          </p:nvPr>
        </p:nvSpPr>
        <p:spPr/>
        <p:txBody>
          <a:bodyPr/>
          <a:lstStyle/>
          <a:p>
            <a:r>
              <a:rPr lang="en-US"/>
              <a:t>Prof. Venkataramana Veeramsetty</a:t>
            </a:r>
          </a:p>
        </p:txBody>
      </p:sp>
      <p:pic>
        <p:nvPicPr>
          <p:cNvPr id="8" name="Picture 7">
            <a:extLst>
              <a:ext uri="{FF2B5EF4-FFF2-40B4-BE49-F238E27FC236}">
                <a16:creationId xmlns:a16="http://schemas.microsoft.com/office/drawing/2014/main" id="{D8F4C12A-81B8-739B-5BC4-73F31B0CD05E}"/>
              </a:ext>
            </a:extLst>
          </p:cNvPr>
          <p:cNvPicPr>
            <a:picLocks noChangeAspect="1"/>
          </p:cNvPicPr>
          <p:nvPr/>
        </p:nvPicPr>
        <p:blipFill>
          <a:blip r:embed="rId4"/>
          <a:stretch>
            <a:fillRect/>
          </a:stretch>
        </p:blipFill>
        <p:spPr>
          <a:xfrm>
            <a:off x="2394530" y="1318847"/>
            <a:ext cx="6998076" cy="4220306"/>
          </a:xfrm>
          <a:prstGeom prst="rect">
            <a:avLst/>
          </a:prstGeom>
        </p:spPr>
      </p:pic>
    </p:spTree>
    <p:extLst>
      <p:ext uri="{BB962C8B-B14F-4D97-AF65-F5344CB8AC3E}">
        <p14:creationId xmlns:p14="http://schemas.microsoft.com/office/powerpoint/2010/main" val="3476546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9BDE0-5E75-A1E3-D4DD-B26DC3D9565B}"/>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03FDBA3B-BB47-6AF9-7953-EB34EC197BBB}"/>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3182B5A2-01B7-3FCB-8737-070680C8C372}"/>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326FCC57-CB7A-9C8D-E2BB-27AE3BFA1ED9}"/>
              </a:ext>
            </a:extLst>
          </p:cNvPr>
          <p:cNvSpPr>
            <a:spLocks noGrp="1"/>
          </p:cNvSpPr>
          <p:nvPr>
            <p:ph type="sldNum" sz="quarter" idx="12"/>
          </p:nvPr>
        </p:nvSpPr>
        <p:spPr/>
        <p:txBody>
          <a:bodyPr/>
          <a:lstStyle/>
          <a:p>
            <a:fld id="{6EFE7C99-B088-4EBB-BFF6-BECCC96D5DD8}" type="slidenum">
              <a:rPr lang="en-US" smtClean="0"/>
              <a:pPr/>
              <a:t>4</a:t>
            </a:fld>
            <a:endParaRPr lang="en-US"/>
          </a:p>
        </p:txBody>
      </p:sp>
      <p:sp>
        <p:nvSpPr>
          <p:cNvPr id="10" name="TextBox 9">
            <a:extLst>
              <a:ext uri="{FF2B5EF4-FFF2-40B4-BE49-F238E27FC236}">
                <a16:creationId xmlns:a16="http://schemas.microsoft.com/office/drawing/2014/main" id="{9FB9A52F-436E-B293-13F5-B5F16CC4222E}"/>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81394548-DE23-21D2-FD0B-96DE26F23E55}"/>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5A9827AD-4657-2E6D-186E-0FE87DB5F40E}"/>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D6F00D88-0950-8B7C-FA68-7DCD38DE0402}"/>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Bubble Sort</a:t>
              </a:r>
              <a:endParaRPr lang="en-US" sz="2000" dirty="0"/>
            </a:p>
          </p:txBody>
        </p:sp>
      </p:grpSp>
      <p:sp>
        <p:nvSpPr>
          <p:cNvPr id="16" name="Footer Placeholder 15">
            <a:extLst>
              <a:ext uri="{FF2B5EF4-FFF2-40B4-BE49-F238E27FC236}">
                <a16:creationId xmlns:a16="http://schemas.microsoft.com/office/drawing/2014/main" id="{D3047E98-3F98-8BF4-0289-978C7A98C230}"/>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708DB4C6-DAD8-8F47-A5D7-B01E50198B99}"/>
              </a:ext>
            </a:extLst>
          </p:cNvPr>
          <p:cNvSpPr txBox="1"/>
          <p:nvPr/>
        </p:nvSpPr>
        <p:spPr>
          <a:xfrm>
            <a:off x="488271" y="1241952"/>
            <a:ext cx="11390051" cy="646331"/>
          </a:xfrm>
          <a:prstGeom prst="rect">
            <a:avLst/>
          </a:prstGeom>
          <a:noFill/>
        </p:spPr>
        <p:txBody>
          <a:bodyPr wrap="square">
            <a:spAutoFit/>
          </a:bodyPr>
          <a:lstStyle/>
          <a:p>
            <a:r>
              <a:rPr lang="en-US" b="0" i="0" dirty="0">
                <a:solidFill>
                  <a:srgbClr val="000000"/>
                </a:solidFill>
                <a:effectLst/>
                <a:latin typeface="Nunito Sans" pitchFamily="2" charset="0"/>
              </a:rPr>
              <a:t>Bubble Sort is one of the simplest sorting algorithms. It works by repeatedly iterating through the list, comparing adjacent elements, and swapping if they are in the wrong order.</a:t>
            </a:r>
            <a:endParaRPr lang="en-IN" dirty="0"/>
          </a:p>
        </p:txBody>
      </p:sp>
      <p:sp>
        <p:nvSpPr>
          <p:cNvPr id="11" name="TextBox 10">
            <a:extLst>
              <a:ext uri="{FF2B5EF4-FFF2-40B4-BE49-F238E27FC236}">
                <a16:creationId xmlns:a16="http://schemas.microsoft.com/office/drawing/2014/main" id="{7A43DC07-7F08-17DF-105E-3F0ECB2B7AC2}"/>
              </a:ext>
            </a:extLst>
          </p:cNvPr>
          <p:cNvSpPr txBox="1"/>
          <p:nvPr/>
        </p:nvSpPr>
        <p:spPr>
          <a:xfrm>
            <a:off x="488271" y="2099516"/>
            <a:ext cx="6094520" cy="369332"/>
          </a:xfrm>
          <a:prstGeom prst="rect">
            <a:avLst/>
          </a:prstGeom>
          <a:noFill/>
        </p:spPr>
        <p:txBody>
          <a:bodyPr wrap="square">
            <a:spAutoFit/>
          </a:bodyPr>
          <a:lstStyle/>
          <a:p>
            <a:r>
              <a:rPr lang="en-US" b="1" i="0" dirty="0">
                <a:solidFill>
                  <a:srgbClr val="FF0000"/>
                </a:solidFill>
                <a:effectLst/>
                <a:latin typeface="Nunito Sans" pitchFamily="2" charset="0"/>
              </a:rPr>
              <a:t>Initial Array: 6 5 3 1 8 7 2 4</a:t>
            </a:r>
            <a:endParaRPr lang="en-IN" b="1" dirty="0">
              <a:solidFill>
                <a:srgbClr val="FF0000"/>
              </a:solidFill>
            </a:endParaRPr>
          </a:p>
        </p:txBody>
      </p:sp>
      <p:sp>
        <p:nvSpPr>
          <p:cNvPr id="14" name="TextBox 13">
            <a:extLst>
              <a:ext uri="{FF2B5EF4-FFF2-40B4-BE49-F238E27FC236}">
                <a16:creationId xmlns:a16="http://schemas.microsoft.com/office/drawing/2014/main" id="{67F74EE6-856E-3FED-71D3-7E5E3C9661F8}"/>
              </a:ext>
            </a:extLst>
          </p:cNvPr>
          <p:cNvSpPr txBox="1"/>
          <p:nvPr/>
        </p:nvSpPr>
        <p:spPr>
          <a:xfrm>
            <a:off x="488271" y="2968154"/>
            <a:ext cx="1906259" cy="2585323"/>
          </a:xfrm>
          <a:prstGeom prst="rect">
            <a:avLst/>
          </a:prstGeom>
          <a:noFill/>
        </p:spPr>
        <p:txBody>
          <a:bodyPr wrap="square">
            <a:spAutoFit/>
          </a:bodyPr>
          <a:lstStyle/>
          <a:p>
            <a:pPr algn="l">
              <a:buNone/>
            </a:pPr>
            <a:r>
              <a:rPr lang="en-US" b="1" i="0" dirty="0">
                <a:solidFill>
                  <a:srgbClr val="000000"/>
                </a:solidFill>
                <a:effectLst/>
                <a:latin typeface="Nunito Sans" pitchFamily="2" charset="0"/>
              </a:rPr>
              <a:t>First Iteration:</a:t>
            </a:r>
          </a:p>
          <a:p>
            <a:pPr algn="l">
              <a:buNone/>
            </a:pPr>
            <a:endParaRPr lang="en-US" b="1" i="0" dirty="0">
              <a:solidFill>
                <a:srgbClr val="000000"/>
              </a:solidFill>
              <a:effectLst/>
              <a:latin typeface="Nunito Sans" pitchFamily="2" charset="0"/>
            </a:endParaRPr>
          </a:p>
          <a:p>
            <a:pPr algn="l"/>
            <a:r>
              <a:rPr lang="en-US" b="1" i="0" dirty="0">
                <a:solidFill>
                  <a:srgbClr val="000000"/>
                </a:solidFill>
                <a:effectLst/>
                <a:latin typeface="Nunito Sans" pitchFamily="2" charset="0"/>
              </a:rPr>
              <a:t>5 6</a:t>
            </a:r>
            <a:r>
              <a:rPr lang="en-US" b="0" i="0" dirty="0">
                <a:solidFill>
                  <a:srgbClr val="000000"/>
                </a:solidFill>
                <a:effectLst/>
                <a:latin typeface="Nunito Sans" pitchFamily="2" charset="0"/>
              </a:rPr>
              <a:t> 3 1 8 7 2 4</a:t>
            </a:r>
          </a:p>
          <a:p>
            <a:pPr algn="l"/>
            <a:r>
              <a:rPr lang="en-US" b="0" i="0" dirty="0">
                <a:solidFill>
                  <a:srgbClr val="000000"/>
                </a:solidFill>
                <a:effectLst/>
                <a:latin typeface="Nunito Sans" pitchFamily="2" charset="0"/>
              </a:rPr>
              <a:t>5 </a:t>
            </a:r>
            <a:r>
              <a:rPr lang="en-US" b="1" i="0" dirty="0">
                <a:solidFill>
                  <a:srgbClr val="000000"/>
                </a:solidFill>
                <a:effectLst/>
                <a:latin typeface="Nunito Sans" pitchFamily="2" charset="0"/>
              </a:rPr>
              <a:t>3 6</a:t>
            </a:r>
            <a:r>
              <a:rPr lang="en-US" b="0" i="0" dirty="0">
                <a:solidFill>
                  <a:srgbClr val="000000"/>
                </a:solidFill>
                <a:effectLst/>
                <a:latin typeface="Nunito Sans" pitchFamily="2" charset="0"/>
              </a:rPr>
              <a:t> 1 8 7 2 4</a:t>
            </a:r>
          </a:p>
          <a:p>
            <a:pPr algn="l"/>
            <a:r>
              <a:rPr lang="en-US" b="0" i="0" dirty="0">
                <a:solidFill>
                  <a:srgbClr val="000000"/>
                </a:solidFill>
                <a:effectLst/>
                <a:latin typeface="Nunito Sans" pitchFamily="2" charset="0"/>
              </a:rPr>
              <a:t>5 3 </a:t>
            </a:r>
            <a:r>
              <a:rPr lang="en-US" b="1" i="0" dirty="0">
                <a:solidFill>
                  <a:srgbClr val="000000"/>
                </a:solidFill>
                <a:effectLst/>
                <a:latin typeface="Nunito Sans" pitchFamily="2" charset="0"/>
              </a:rPr>
              <a:t>1 6</a:t>
            </a:r>
            <a:r>
              <a:rPr lang="en-US" b="0" i="0" dirty="0">
                <a:solidFill>
                  <a:srgbClr val="000000"/>
                </a:solidFill>
                <a:effectLst/>
                <a:latin typeface="Nunito Sans" pitchFamily="2" charset="0"/>
              </a:rPr>
              <a:t> 8 7 2 4</a:t>
            </a:r>
          </a:p>
          <a:p>
            <a:pPr algn="l"/>
            <a:r>
              <a:rPr lang="en-US" b="0" i="0" dirty="0">
                <a:solidFill>
                  <a:srgbClr val="000000"/>
                </a:solidFill>
                <a:effectLst/>
                <a:latin typeface="Nunito Sans" pitchFamily="2" charset="0"/>
              </a:rPr>
              <a:t>5 3 1 </a:t>
            </a:r>
            <a:r>
              <a:rPr lang="en-US" b="1" i="0" dirty="0">
                <a:solidFill>
                  <a:srgbClr val="000000"/>
                </a:solidFill>
                <a:effectLst/>
                <a:latin typeface="Nunito Sans" pitchFamily="2" charset="0"/>
              </a:rPr>
              <a:t>6 8</a:t>
            </a:r>
            <a:r>
              <a:rPr lang="en-US" b="0" i="0" dirty="0">
                <a:solidFill>
                  <a:srgbClr val="000000"/>
                </a:solidFill>
                <a:effectLst/>
                <a:latin typeface="Nunito Sans" pitchFamily="2" charset="0"/>
              </a:rPr>
              <a:t> 7 2 4</a:t>
            </a:r>
          </a:p>
          <a:p>
            <a:pPr algn="l"/>
            <a:r>
              <a:rPr lang="en-US" b="0" i="0" dirty="0">
                <a:solidFill>
                  <a:srgbClr val="000000"/>
                </a:solidFill>
                <a:effectLst/>
                <a:latin typeface="Nunito Sans" pitchFamily="2" charset="0"/>
              </a:rPr>
              <a:t>5 3 1 6 </a:t>
            </a:r>
            <a:r>
              <a:rPr lang="en-US" b="1" i="0" dirty="0">
                <a:solidFill>
                  <a:srgbClr val="000000"/>
                </a:solidFill>
                <a:effectLst/>
                <a:latin typeface="Nunito Sans" pitchFamily="2" charset="0"/>
              </a:rPr>
              <a:t>7 8</a:t>
            </a:r>
            <a:r>
              <a:rPr lang="en-US" b="0" i="0" dirty="0">
                <a:solidFill>
                  <a:srgbClr val="000000"/>
                </a:solidFill>
                <a:effectLst/>
                <a:latin typeface="Nunito Sans" pitchFamily="2" charset="0"/>
              </a:rPr>
              <a:t> 2 4</a:t>
            </a:r>
          </a:p>
          <a:p>
            <a:pPr algn="l"/>
            <a:r>
              <a:rPr lang="en-US" b="0" i="0" dirty="0">
                <a:solidFill>
                  <a:srgbClr val="000000"/>
                </a:solidFill>
                <a:effectLst/>
                <a:latin typeface="Nunito Sans" pitchFamily="2" charset="0"/>
              </a:rPr>
              <a:t>5 3 1 6 7 </a:t>
            </a:r>
            <a:r>
              <a:rPr lang="en-US" b="1" i="0" dirty="0">
                <a:solidFill>
                  <a:srgbClr val="000000"/>
                </a:solidFill>
                <a:effectLst/>
                <a:latin typeface="Nunito Sans" pitchFamily="2" charset="0"/>
              </a:rPr>
              <a:t>2 8</a:t>
            </a:r>
            <a:r>
              <a:rPr lang="en-US" b="0" i="0" dirty="0">
                <a:solidFill>
                  <a:srgbClr val="000000"/>
                </a:solidFill>
                <a:effectLst/>
                <a:latin typeface="Nunito Sans" pitchFamily="2" charset="0"/>
              </a:rPr>
              <a:t> 4</a:t>
            </a:r>
          </a:p>
          <a:p>
            <a:pPr algn="l"/>
            <a:r>
              <a:rPr lang="en-US" b="0" i="0" dirty="0">
                <a:solidFill>
                  <a:srgbClr val="000000"/>
                </a:solidFill>
                <a:effectLst/>
                <a:latin typeface="Nunito Sans" pitchFamily="2" charset="0"/>
              </a:rPr>
              <a:t>5 3 1 6 7 2 </a:t>
            </a:r>
            <a:r>
              <a:rPr lang="en-US" b="1" i="0" dirty="0">
                <a:solidFill>
                  <a:srgbClr val="000000"/>
                </a:solidFill>
                <a:effectLst/>
                <a:latin typeface="Nunito Sans" pitchFamily="2" charset="0"/>
              </a:rPr>
              <a:t>4 8</a:t>
            </a:r>
            <a:endParaRPr lang="en-US" b="0" i="0" dirty="0">
              <a:solidFill>
                <a:srgbClr val="000000"/>
              </a:solidFill>
              <a:effectLst/>
              <a:latin typeface="Nunito Sans" pitchFamily="2" charset="0"/>
            </a:endParaRPr>
          </a:p>
        </p:txBody>
      </p:sp>
      <p:sp>
        <p:nvSpPr>
          <p:cNvPr id="18" name="TextBox 17">
            <a:extLst>
              <a:ext uri="{FF2B5EF4-FFF2-40B4-BE49-F238E27FC236}">
                <a16:creationId xmlns:a16="http://schemas.microsoft.com/office/drawing/2014/main" id="{0F5E5BD7-CA0B-184A-8C16-5F28AB953C49}"/>
              </a:ext>
            </a:extLst>
          </p:cNvPr>
          <p:cNvSpPr txBox="1"/>
          <p:nvPr/>
        </p:nvSpPr>
        <p:spPr>
          <a:xfrm>
            <a:off x="2780930" y="2968154"/>
            <a:ext cx="2305975" cy="2585323"/>
          </a:xfrm>
          <a:prstGeom prst="rect">
            <a:avLst/>
          </a:prstGeom>
          <a:noFill/>
        </p:spPr>
        <p:txBody>
          <a:bodyPr wrap="square">
            <a:spAutoFit/>
          </a:bodyPr>
          <a:lstStyle/>
          <a:p>
            <a:pPr algn="l">
              <a:buNone/>
            </a:pPr>
            <a:r>
              <a:rPr lang="en-IN" b="1" i="0" dirty="0">
                <a:solidFill>
                  <a:srgbClr val="000000"/>
                </a:solidFill>
                <a:effectLst/>
                <a:latin typeface="Nunito Sans" pitchFamily="2" charset="0"/>
              </a:rPr>
              <a:t>Second Iteration:</a:t>
            </a:r>
          </a:p>
          <a:p>
            <a:pPr algn="l">
              <a:buNone/>
            </a:pPr>
            <a:endParaRPr lang="en-IN" b="0" i="0" dirty="0">
              <a:solidFill>
                <a:srgbClr val="000000"/>
              </a:solidFill>
              <a:effectLst/>
              <a:latin typeface="Nunito Sans" pitchFamily="2" charset="0"/>
            </a:endParaRPr>
          </a:p>
          <a:p>
            <a:pPr algn="l"/>
            <a:r>
              <a:rPr lang="en-IN" b="1" i="0" dirty="0">
                <a:solidFill>
                  <a:srgbClr val="000000"/>
                </a:solidFill>
                <a:effectLst/>
                <a:latin typeface="Nunito Sans" pitchFamily="2" charset="0"/>
              </a:rPr>
              <a:t>3 5</a:t>
            </a:r>
            <a:r>
              <a:rPr lang="en-IN" b="0" i="0" dirty="0">
                <a:solidFill>
                  <a:srgbClr val="000000"/>
                </a:solidFill>
                <a:effectLst/>
                <a:latin typeface="Nunito Sans" pitchFamily="2" charset="0"/>
              </a:rPr>
              <a:t> 1 6 7 2 4 8</a:t>
            </a:r>
          </a:p>
          <a:p>
            <a:pPr algn="l"/>
            <a:r>
              <a:rPr lang="en-IN" b="0" i="0" dirty="0">
                <a:solidFill>
                  <a:srgbClr val="000000"/>
                </a:solidFill>
                <a:effectLst/>
                <a:latin typeface="Nunito Sans" pitchFamily="2" charset="0"/>
              </a:rPr>
              <a:t>3 </a:t>
            </a:r>
            <a:r>
              <a:rPr lang="en-IN" b="1" i="0" dirty="0">
                <a:solidFill>
                  <a:srgbClr val="000000"/>
                </a:solidFill>
                <a:effectLst/>
                <a:latin typeface="Nunito Sans" pitchFamily="2" charset="0"/>
              </a:rPr>
              <a:t>1 5</a:t>
            </a:r>
            <a:r>
              <a:rPr lang="en-IN" b="0" i="0" dirty="0">
                <a:solidFill>
                  <a:srgbClr val="000000"/>
                </a:solidFill>
                <a:effectLst/>
                <a:latin typeface="Nunito Sans" pitchFamily="2" charset="0"/>
              </a:rPr>
              <a:t> 6 7 2 4 8</a:t>
            </a:r>
          </a:p>
          <a:p>
            <a:pPr algn="l"/>
            <a:r>
              <a:rPr lang="en-IN" b="0" i="0" dirty="0">
                <a:solidFill>
                  <a:srgbClr val="000000"/>
                </a:solidFill>
                <a:effectLst/>
                <a:latin typeface="Nunito Sans" pitchFamily="2" charset="0"/>
              </a:rPr>
              <a:t>3 1 </a:t>
            </a:r>
            <a:r>
              <a:rPr lang="en-IN" b="1" i="0" dirty="0">
                <a:solidFill>
                  <a:srgbClr val="000000"/>
                </a:solidFill>
                <a:effectLst/>
                <a:latin typeface="Nunito Sans" pitchFamily="2" charset="0"/>
              </a:rPr>
              <a:t>5 6</a:t>
            </a:r>
            <a:r>
              <a:rPr lang="en-IN" b="0" i="0" dirty="0">
                <a:solidFill>
                  <a:srgbClr val="000000"/>
                </a:solidFill>
                <a:effectLst/>
                <a:latin typeface="Nunito Sans" pitchFamily="2" charset="0"/>
              </a:rPr>
              <a:t> 7 2 4 8</a:t>
            </a:r>
          </a:p>
          <a:p>
            <a:pPr algn="l"/>
            <a:r>
              <a:rPr lang="en-IN" b="0" i="0" dirty="0">
                <a:solidFill>
                  <a:srgbClr val="000000"/>
                </a:solidFill>
                <a:effectLst/>
                <a:latin typeface="Nunito Sans" pitchFamily="2" charset="0"/>
              </a:rPr>
              <a:t>3 1 5 </a:t>
            </a:r>
            <a:r>
              <a:rPr lang="en-IN" b="1" i="0" dirty="0">
                <a:solidFill>
                  <a:srgbClr val="000000"/>
                </a:solidFill>
                <a:effectLst/>
                <a:latin typeface="Nunito Sans" pitchFamily="2" charset="0"/>
              </a:rPr>
              <a:t>6 7</a:t>
            </a:r>
            <a:r>
              <a:rPr lang="en-IN" b="0" i="0" dirty="0">
                <a:solidFill>
                  <a:srgbClr val="000000"/>
                </a:solidFill>
                <a:effectLst/>
                <a:latin typeface="Nunito Sans" pitchFamily="2" charset="0"/>
              </a:rPr>
              <a:t> 2 4 8</a:t>
            </a:r>
          </a:p>
          <a:p>
            <a:pPr algn="l"/>
            <a:r>
              <a:rPr lang="en-IN" b="0" i="0" dirty="0">
                <a:solidFill>
                  <a:srgbClr val="000000"/>
                </a:solidFill>
                <a:effectLst/>
                <a:latin typeface="Nunito Sans" pitchFamily="2" charset="0"/>
              </a:rPr>
              <a:t>3 1 5 6 </a:t>
            </a:r>
            <a:r>
              <a:rPr lang="en-IN" b="1" i="0" dirty="0">
                <a:solidFill>
                  <a:srgbClr val="000000"/>
                </a:solidFill>
                <a:effectLst/>
                <a:latin typeface="Nunito Sans" pitchFamily="2" charset="0"/>
              </a:rPr>
              <a:t>2 7</a:t>
            </a:r>
            <a:r>
              <a:rPr lang="en-IN" b="0" i="0" dirty="0">
                <a:solidFill>
                  <a:srgbClr val="000000"/>
                </a:solidFill>
                <a:effectLst/>
                <a:latin typeface="Nunito Sans" pitchFamily="2" charset="0"/>
              </a:rPr>
              <a:t> 4 8</a:t>
            </a:r>
          </a:p>
          <a:p>
            <a:pPr algn="l"/>
            <a:r>
              <a:rPr lang="en-IN" b="0" i="0" dirty="0">
                <a:solidFill>
                  <a:srgbClr val="000000"/>
                </a:solidFill>
                <a:effectLst/>
                <a:latin typeface="Nunito Sans" pitchFamily="2" charset="0"/>
              </a:rPr>
              <a:t>3 1 5 6 2 </a:t>
            </a:r>
            <a:r>
              <a:rPr lang="en-IN" b="1" i="0" dirty="0">
                <a:solidFill>
                  <a:srgbClr val="000000"/>
                </a:solidFill>
                <a:effectLst/>
                <a:latin typeface="Nunito Sans" pitchFamily="2" charset="0"/>
              </a:rPr>
              <a:t>4 7</a:t>
            </a:r>
            <a:r>
              <a:rPr lang="en-IN" b="0" i="0" dirty="0">
                <a:solidFill>
                  <a:srgbClr val="000000"/>
                </a:solidFill>
                <a:effectLst/>
                <a:latin typeface="Nunito Sans" pitchFamily="2" charset="0"/>
              </a:rPr>
              <a:t> 8</a:t>
            </a:r>
          </a:p>
          <a:p>
            <a:pPr algn="l"/>
            <a:r>
              <a:rPr lang="en-IN" b="0" i="0" dirty="0">
                <a:solidFill>
                  <a:srgbClr val="000000"/>
                </a:solidFill>
                <a:effectLst/>
                <a:latin typeface="Nunito Sans" pitchFamily="2" charset="0"/>
              </a:rPr>
              <a:t>3 1 5 6 2 4 </a:t>
            </a:r>
            <a:r>
              <a:rPr lang="en-IN" b="1" i="0" dirty="0">
                <a:solidFill>
                  <a:srgbClr val="000000"/>
                </a:solidFill>
                <a:effectLst/>
                <a:latin typeface="Nunito Sans" pitchFamily="2" charset="0"/>
              </a:rPr>
              <a:t>7 8</a:t>
            </a:r>
            <a:endParaRPr lang="en-IN" b="0" i="0" dirty="0">
              <a:solidFill>
                <a:srgbClr val="000000"/>
              </a:solidFill>
              <a:effectLst/>
              <a:latin typeface="Nunito Sans" pitchFamily="2" charset="0"/>
            </a:endParaRPr>
          </a:p>
        </p:txBody>
      </p:sp>
      <p:sp>
        <p:nvSpPr>
          <p:cNvPr id="20" name="TextBox 19">
            <a:extLst>
              <a:ext uri="{FF2B5EF4-FFF2-40B4-BE49-F238E27FC236}">
                <a16:creationId xmlns:a16="http://schemas.microsoft.com/office/drawing/2014/main" id="{69EDB503-45A7-4EC4-2B2A-98BB9ADAF04D}"/>
              </a:ext>
            </a:extLst>
          </p:cNvPr>
          <p:cNvSpPr txBox="1"/>
          <p:nvPr/>
        </p:nvSpPr>
        <p:spPr>
          <a:xfrm>
            <a:off x="5086905" y="3030725"/>
            <a:ext cx="6094520" cy="2585323"/>
          </a:xfrm>
          <a:prstGeom prst="rect">
            <a:avLst/>
          </a:prstGeom>
          <a:noFill/>
        </p:spPr>
        <p:txBody>
          <a:bodyPr wrap="square">
            <a:spAutoFit/>
          </a:bodyPr>
          <a:lstStyle/>
          <a:p>
            <a:pPr algn="l">
              <a:buNone/>
            </a:pPr>
            <a:r>
              <a:rPr lang="en-US" b="1" i="0">
                <a:solidFill>
                  <a:srgbClr val="000000"/>
                </a:solidFill>
                <a:effectLst/>
                <a:latin typeface="Nunito Sans" pitchFamily="2" charset="0"/>
              </a:rPr>
              <a:t>Third Iteration:</a:t>
            </a:r>
          </a:p>
          <a:p>
            <a:pPr algn="l">
              <a:buNone/>
            </a:pPr>
            <a:endParaRPr lang="en-US" b="1" i="0">
              <a:solidFill>
                <a:srgbClr val="000000"/>
              </a:solidFill>
              <a:effectLst/>
              <a:latin typeface="Nunito Sans" pitchFamily="2" charset="0"/>
            </a:endParaRPr>
          </a:p>
          <a:p>
            <a:pPr algn="l"/>
            <a:r>
              <a:rPr lang="en-US" b="1" i="0">
                <a:solidFill>
                  <a:srgbClr val="000000"/>
                </a:solidFill>
                <a:effectLst/>
                <a:latin typeface="Nunito Sans" pitchFamily="2" charset="0"/>
              </a:rPr>
              <a:t>1 3</a:t>
            </a:r>
            <a:r>
              <a:rPr lang="en-US" b="0" i="0">
                <a:solidFill>
                  <a:srgbClr val="000000"/>
                </a:solidFill>
                <a:effectLst/>
                <a:latin typeface="Nunito Sans" pitchFamily="2" charset="0"/>
              </a:rPr>
              <a:t> 5 6 2 4 7 8</a:t>
            </a:r>
          </a:p>
          <a:p>
            <a:pPr algn="l"/>
            <a:r>
              <a:rPr lang="en-US" b="0" i="0">
                <a:solidFill>
                  <a:srgbClr val="000000"/>
                </a:solidFill>
                <a:effectLst/>
                <a:latin typeface="Nunito Sans" pitchFamily="2" charset="0"/>
              </a:rPr>
              <a:t>1 </a:t>
            </a:r>
            <a:r>
              <a:rPr lang="en-US" b="1" i="0">
                <a:solidFill>
                  <a:srgbClr val="000000"/>
                </a:solidFill>
                <a:effectLst/>
                <a:latin typeface="Nunito Sans" pitchFamily="2" charset="0"/>
              </a:rPr>
              <a:t>3 5</a:t>
            </a:r>
            <a:r>
              <a:rPr lang="en-US" b="0" i="0">
                <a:solidFill>
                  <a:srgbClr val="000000"/>
                </a:solidFill>
                <a:effectLst/>
                <a:latin typeface="Nunito Sans" pitchFamily="2" charset="0"/>
              </a:rPr>
              <a:t> 6 2 4 7 8</a:t>
            </a:r>
          </a:p>
          <a:p>
            <a:pPr algn="l"/>
            <a:r>
              <a:rPr lang="en-US" b="0" i="0">
                <a:solidFill>
                  <a:srgbClr val="000000"/>
                </a:solidFill>
                <a:effectLst/>
                <a:latin typeface="Nunito Sans" pitchFamily="2" charset="0"/>
              </a:rPr>
              <a:t>1 3 </a:t>
            </a:r>
            <a:r>
              <a:rPr lang="en-US" b="1" i="0">
                <a:solidFill>
                  <a:srgbClr val="000000"/>
                </a:solidFill>
                <a:effectLst/>
                <a:latin typeface="Nunito Sans" pitchFamily="2" charset="0"/>
              </a:rPr>
              <a:t>5 6</a:t>
            </a:r>
            <a:r>
              <a:rPr lang="en-US" b="0" i="0">
                <a:solidFill>
                  <a:srgbClr val="000000"/>
                </a:solidFill>
                <a:effectLst/>
                <a:latin typeface="Nunito Sans" pitchFamily="2" charset="0"/>
              </a:rPr>
              <a:t> 2 4 7 8</a:t>
            </a:r>
          </a:p>
          <a:p>
            <a:pPr algn="l"/>
            <a:r>
              <a:rPr lang="en-US" b="0" i="0">
                <a:solidFill>
                  <a:srgbClr val="000000"/>
                </a:solidFill>
                <a:effectLst/>
                <a:latin typeface="Nunito Sans" pitchFamily="2" charset="0"/>
              </a:rPr>
              <a:t>1 3 5 </a:t>
            </a:r>
            <a:r>
              <a:rPr lang="en-US" b="1" i="0">
                <a:solidFill>
                  <a:srgbClr val="000000"/>
                </a:solidFill>
                <a:effectLst/>
                <a:latin typeface="Nunito Sans" pitchFamily="2" charset="0"/>
              </a:rPr>
              <a:t>2 6</a:t>
            </a:r>
            <a:r>
              <a:rPr lang="en-US" b="0" i="0">
                <a:solidFill>
                  <a:srgbClr val="000000"/>
                </a:solidFill>
                <a:effectLst/>
                <a:latin typeface="Nunito Sans" pitchFamily="2" charset="0"/>
              </a:rPr>
              <a:t> 4 7 8</a:t>
            </a:r>
          </a:p>
          <a:p>
            <a:pPr algn="l"/>
            <a:r>
              <a:rPr lang="en-US" b="0" i="0">
                <a:solidFill>
                  <a:srgbClr val="000000"/>
                </a:solidFill>
                <a:effectLst/>
                <a:latin typeface="Nunito Sans" pitchFamily="2" charset="0"/>
              </a:rPr>
              <a:t>1 3 5 2 </a:t>
            </a:r>
            <a:r>
              <a:rPr lang="en-US" b="1" i="0">
                <a:solidFill>
                  <a:srgbClr val="000000"/>
                </a:solidFill>
                <a:effectLst/>
                <a:latin typeface="Nunito Sans" pitchFamily="2" charset="0"/>
              </a:rPr>
              <a:t>4 6</a:t>
            </a:r>
            <a:r>
              <a:rPr lang="en-US" b="0" i="0">
                <a:solidFill>
                  <a:srgbClr val="000000"/>
                </a:solidFill>
                <a:effectLst/>
                <a:latin typeface="Nunito Sans" pitchFamily="2" charset="0"/>
              </a:rPr>
              <a:t> 7 8</a:t>
            </a:r>
          </a:p>
          <a:p>
            <a:pPr algn="l"/>
            <a:r>
              <a:rPr lang="en-US" b="0" i="0">
                <a:solidFill>
                  <a:srgbClr val="000000"/>
                </a:solidFill>
                <a:effectLst/>
                <a:latin typeface="Nunito Sans" pitchFamily="2" charset="0"/>
              </a:rPr>
              <a:t>1 3 5 2 4 </a:t>
            </a:r>
            <a:r>
              <a:rPr lang="en-US" b="1" i="0">
                <a:solidFill>
                  <a:srgbClr val="000000"/>
                </a:solidFill>
                <a:effectLst/>
                <a:latin typeface="Nunito Sans" pitchFamily="2" charset="0"/>
              </a:rPr>
              <a:t>6 7</a:t>
            </a:r>
            <a:r>
              <a:rPr lang="en-US" b="0" i="0">
                <a:solidFill>
                  <a:srgbClr val="000000"/>
                </a:solidFill>
                <a:effectLst/>
                <a:latin typeface="Nunito Sans" pitchFamily="2" charset="0"/>
              </a:rPr>
              <a:t> 8</a:t>
            </a:r>
          </a:p>
          <a:p>
            <a:pPr algn="l"/>
            <a:r>
              <a:rPr lang="en-US" b="0" i="0">
                <a:solidFill>
                  <a:srgbClr val="000000"/>
                </a:solidFill>
                <a:effectLst/>
                <a:latin typeface="Nunito Sans" pitchFamily="2" charset="0"/>
              </a:rPr>
              <a:t>1 3 5 2 4 6 </a:t>
            </a:r>
            <a:r>
              <a:rPr lang="en-US" b="1" i="0">
                <a:solidFill>
                  <a:srgbClr val="000000"/>
                </a:solidFill>
                <a:effectLst/>
                <a:latin typeface="Nunito Sans" pitchFamily="2" charset="0"/>
              </a:rPr>
              <a:t>7 8</a:t>
            </a:r>
            <a:endParaRPr lang="en-US" b="0" i="0" dirty="0">
              <a:solidFill>
                <a:srgbClr val="000000"/>
              </a:solidFill>
              <a:effectLst/>
              <a:latin typeface="Nunito Sans" pitchFamily="2" charset="0"/>
            </a:endParaRPr>
          </a:p>
        </p:txBody>
      </p:sp>
      <p:sp>
        <p:nvSpPr>
          <p:cNvPr id="22" name="TextBox 21">
            <a:extLst>
              <a:ext uri="{FF2B5EF4-FFF2-40B4-BE49-F238E27FC236}">
                <a16:creationId xmlns:a16="http://schemas.microsoft.com/office/drawing/2014/main" id="{13368061-FB50-8128-4133-2DD42E40D2D3}"/>
              </a:ext>
            </a:extLst>
          </p:cNvPr>
          <p:cNvSpPr txBox="1"/>
          <p:nvPr/>
        </p:nvSpPr>
        <p:spPr>
          <a:xfrm>
            <a:off x="7105097" y="3030725"/>
            <a:ext cx="2056658" cy="2585323"/>
          </a:xfrm>
          <a:prstGeom prst="rect">
            <a:avLst/>
          </a:prstGeom>
          <a:noFill/>
        </p:spPr>
        <p:txBody>
          <a:bodyPr wrap="square">
            <a:spAutoFit/>
          </a:bodyPr>
          <a:lstStyle/>
          <a:p>
            <a:pPr algn="l">
              <a:buNone/>
            </a:pPr>
            <a:r>
              <a:rPr lang="en-US" b="1" i="0" dirty="0">
                <a:solidFill>
                  <a:srgbClr val="000000"/>
                </a:solidFill>
                <a:effectLst/>
                <a:latin typeface="Nunito Sans" pitchFamily="2" charset="0"/>
              </a:rPr>
              <a:t>Fourth Iteration:</a:t>
            </a:r>
          </a:p>
          <a:p>
            <a:pPr algn="l">
              <a:buNone/>
            </a:pPr>
            <a:endParaRPr lang="en-US" b="1" i="0" dirty="0">
              <a:solidFill>
                <a:srgbClr val="000000"/>
              </a:solidFill>
              <a:effectLst/>
              <a:latin typeface="Nunito Sans" pitchFamily="2" charset="0"/>
            </a:endParaRPr>
          </a:p>
          <a:p>
            <a:pPr algn="l"/>
            <a:r>
              <a:rPr lang="en-US" b="1" i="0" dirty="0">
                <a:solidFill>
                  <a:srgbClr val="000000"/>
                </a:solidFill>
                <a:effectLst/>
                <a:latin typeface="Nunito Sans" pitchFamily="2" charset="0"/>
              </a:rPr>
              <a:t>1 3</a:t>
            </a:r>
            <a:r>
              <a:rPr lang="en-US" b="0" i="0" dirty="0">
                <a:solidFill>
                  <a:srgbClr val="000000"/>
                </a:solidFill>
                <a:effectLst/>
                <a:latin typeface="Nunito Sans" pitchFamily="2" charset="0"/>
              </a:rPr>
              <a:t> 5 2 4 6 7 8</a:t>
            </a:r>
          </a:p>
          <a:p>
            <a:pPr algn="l"/>
            <a:r>
              <a:rPr lang="en-US" b="0" i="0" dirty="0">
                <a:solidFill>
                  <a:srgbClr val="000000"/>
                </a:solidFill>
                <a:effectLst/>
                <a:latin typeface="Nunito Sans" pitchFamily="2" charset="0"/>
              </a:rPr>
              <a:t>1 </a:t>
            </a:r>
            <a:r>
              <a:rPr lang="en-US" b="1" i="0" dirty="0">
                <a:solidFill>
                  <a:srgbClr val="000000"/>
                </a:solidFill>
                <a:effectLst/>
                <a:latin typeface="Nunito Sans" pitchFamily="2" charset="0"/>
              </a:rPr>
              <a:t>3 5</a:t>
            </a:r>
            <a:r>
              <a:rPr lang="en-US" b="0" i="0" dirty="0">
                <a:solidFill>
                  <a:srgbClr val="000000"/>
                </a:solidFill>
                <a:effectLst/>
                <a:latin typeface="Nunito Sans" pitchFamily="2" charset="0"/>
              </a:rPr>
              <a:t> 2 4 6 7 8</a:t>
            </a:r>
          </a:p>
          <a:p>
            <a:pPr algn="l"/>
            <a:r>
              <a:rPr lang="en-US" b="0" i="0" dirty="0">
                <a:solidFill>
                  <a:srgbClr val="000000"/>
                </a:solidFill>
                <a:effectLst/>
                <a:latin typeface="Nunito Sans" pitchFamily="2" charset="0"/>
              </a:rPr>
              <a:t>1 3 </a:t>
            </a:r>
            <a:r>
              <a:rPr lang="en-US" b="1" i="0" dirty="0">
                <a:solidFill>
                  <a:srgbClr val="000000"/>
                </a:solidFill>
                <a:effectLst/>
                <a:latin typeface="Nunito Sans" pitchFamily="2" charset="0"/>
              </a:rPr>
              <a:t>2 5</a:t>
            </a:r>
            <a:r>
              <a:rPr lang="en-US" b="0" i="0" dirty="0">
                <a:solidFill>
                  <a:srgbClr val="000000"/>
                </a:solidFill>
                <a:effectLst/>
                <a:latin typeface="Nunito Sans" pitchFamily="2" charset="0"/>
              </a:rPr>
              <a:t> 4 6 7 8</a:t>
            </a:r>
          </a:p>
          <a:p>
            <a:pPr algn="l"/>
            <a:r>
              <a:rPr lang="en-US" b="0" i="0" dirty="0">
                <a:solidFill>
                  <a:srgbClr val="000000"/>
                </a:solidFill>
                <a:effectLst/>
                <a:latin typeface="Nunito Sans" pitchFamily="2" charset="0"/>
              </a:rPr>
              <a:t>1 3 2 </a:t>
            </a:r>
            <a:r>
              <a:rPr lang="en-US" b="1" i="0" dirty="0">
                <a:solidFill>
                  <a:srgbClr val="000000"/>
                </a:solidFill>
                <a:effectLst/>
                <a:latin typeface="Nunito Sans" pitchFamily="2" charset="0"/>
              </a:rPr>
              <a:t>4 5</a:t>
            </a:r>
            <a:r>
              <a:rPr lang="en-US" b="0" i="0" dirty="0">
                <a:solidFill>
                  <a:srgbClr val="000000"/>
                </a:solidFill>
                <a:effectLst/>
                <a:latin typeface="Nunito Sans" pitchFamily="2" charset="0"/>
              </a:rPr>
              <a:t> 6 7 8</a:t>
            </a:r>
          </a:p>
          <a:p>
            <a:pPr algn="l"/>
            <a:r>
              <a:rPr lang="en-US" b="0" i="0" dirty="0">
                <a:solidFill>
                  <a:srgbClr val="000000"/>
                </a:solidFill>
                <a:effectLst/>
                <a:latin typeface="Nunito Sans" pitchFamily="2" charset="0"/>
              </a:rPr>
              <a:t>1 3 2 4 </a:t>
            </a:r>
            <a:r>
              <a:rPr lang="en-US" b="1" i="0" dirty="0">
                <a:solidFill>
                  <a:srgbClr val="000000"/>
                </a:solidFill>
                <a:effectLst/>
                <a:latin typeface="Nunito Sans" pitchFamily="2" charset="0"/>
              </a:rPr>
              <a:t>5 6</a:t>
            </a:r>
            <a:r>
              <a:rPr lang="en-US" b="0" i="0" dirty="0">
                <a:solidFill>
                  <a:srgbClr val="000000"/>
                </a:solidFill>
                <a:effectLst/>
                <a:latin typeface="Nunito Sans" pitchFamily="2" charset="0"/>
              </a:rPr>
              <a:t> 7 8</a:t>
            </a:r>
          </a:p>
          <a:p>
            <a:pPr algn="l"/>
            <a:r>
              <a:rPr lang="en-US" b="0" i="0" dirty="0">
                <a:solidFill>
                  <a:srgbClr val="000000"/>
                </a:solidFill>
                <a:effectLst/>
                <a:latin typeface="Nunito Sans" pitchFamily="2" charset="0"/>
              </a:rPr>
              <a:t>1 3 2 4 5 </a:t>
            </a:r>
            <a:r>
              <a:rPr lang="en-US" b="1" i="0" dirty="0">
                <a:solidFill>
                  <a:srgbClr val="000000"/>
                </a:solidFill>
                <a:effectLst/>
                <a:latin typeface="Nunito Sans" pitchFamily="2" charset="0"/>
              </a:rPr>
              <a:t>6 7</a:t>
            </a:r>
            <a:r>
              <a:rPr lang="en-US" b="0" i="0" dirty="0">
                <a:solidFill>
                  <a:srgbClr val="000000"/>
                </a:solidFill>
                <a:effectLst/>
                <a:latin typeface="Nunito Sans" pitchFamily="2" charset="0"/>
              </a:rPr>
              <a:t> 8</a:t>
            </a:r>
          </a:p>
          <a:p>
            <a:pPr algn="l"/>
            <a:r>
              <a:rPr lang="en-US" b="0" i="0" dirty="0">
                <a:solidFill>
                  <a:srgbClr val="000000"/>
                </a:solidFill>
                <a:effectLst/>
                <a:latin typeface="Nunito Sans" pitchFamily="2" charset="0"/>
              </a:rPr>
              <a:t>1 3 2 4 5 6 </a:t>
            </a:r>
            <a:r>
              <a:rPr lang="en-US" b="1" i="0" dirty="0">
                <a:solidFill>
                  <a:srgbClr val="000000"/>
                </a:solidFill>
                <a:effectLst/>
                <a:latin typeface="Nunito Sans" pitchFamily="2" charset="0"/>
              </a:rPr>
              <a:t>7 8</a:t>
            </a:r>
            <a:endParaRPr lang="en-US" b="0" i="0" dirty="0">
              <a:solidFill>
                <a:srgbClr val="000000"/>
              </a:solidFill>
              <a:effectLst/>
              <a:latin typeface="Nunito Sans" pitchFamily="2" charset="0"/>
            </a:endParaRPr>
          </a:p>
        </p:txBody>
      </p:sp>
      <p:sp>
        <p:nvSpPr>
          <p:cNvPr id="24" name="TextBox 23">
            <a:extLst>
              <a:ext uri="{FF2B5EF4-FFF2-40B4-BE49-F238E27FC236}">
                <a16:creationId xmlns:a16="http://schemas.microsoft.com/office/drawing/2014/main" id="{17B899F6-4F46-412C-845A-FF7C6515C5C5}"/>
              </a:ext>
            </a:extLst>
          </p:cNvPr>
          <p:cNvSpPr txBox="1"/>
          <p:nvPr/>
        </p:nvSpPr>
        <p:spPr>
          <a:xfrm>
            <a:off x="9262738" y="3084847"/>
            <a:ext cx="1817703" cy="2308324"/>
          </a:xfrm>
          <a:prstGeom prst="rect">
            <a:avLst/>
          </a:prstGeom>
          <a:noFill/>
        </p:spPr>
        <p:txBody>
          <a:bodyPr wrap="square">
            <a:spAutoFit/>
          </a:bodyPr>
          <a:lstStyle/>
          <a:p>
            <a:pPr algn="l">
              <a:buNone/>
            </a:pPr>
            <a:r>
              <a:rPr lang="en-US" b="1" i="0" dirty="0">
                <a:solidFill>
                  <a:srgbClr val="000000"/>
                </a:solidFill>
                <a:effectLst/>
                <a:latin typeface="Nunito Sans" pitchFamily="2" charset="0"/>
              </a:rPr>
              <a:t>Fifth Iteration:</a:t>
            </a:r>
          </a:p>
          <a:p>
            <a:pPr algn="l">
              <a:buNone/>
            </a:pPr>
            <a:endParaRPr lang="en-US" b="1" i="0" dirty="0">
              <a:solidFill>
                <a:srgbClr val="000000"/>
              </a:solidFill>
              <a:effectLst/>
              <a:latin typeface="Nunito Sans" pitchFamily="2" charset="0"/>
            </a:endParaRPr>
          </a:p>
          <a:p>
            <a:pPr algn="l"/>
            <a:r>
              <a:rPr lang="en-US" b="1" i="0" dirty="0">
                <a:solidFill>
                  <a:srgbClr val="000000"/>
                </a:solidFill>
                <a:effectLst/>
                <a:latin typeface="Nunito Sans" pitchFamily="2" charset="0"/>
              </a:rPr>
              <a:t>1 3</a:t>
            </a:r>
            <a:r>
              <a:rPr lang="en-US" b="0" i="0" dirty="0">
                <a:solidFill>
                  <a:srgbClr val="000000"/>
                </a:solidFill>
                <a:effectLst/>
                <a:latin typeface="Nunito Sans" pitchFamily="2" charset="0"/>
              </a:rPr>
              <a:t> 2 4 5 6 7 8</a:t>
            </a:r>
          </a:p>
          <a:p>
            <a:pPr algn="l"/>
            <a:r>
              <a:rPr lang="en-US" b="0" i="0" dirty="0">
                <a:solidFill>
                  <a:srgbClr val="000000"/>
                </a:solidFill>
                <a:effectLst/>
                <a:latin typeface="Nunito Sans" pitchFamily="2" charset="0"/>
              </a:rPr>
              <a:t>1 </a:t>
            </a:r>
            <a:r>
              <a:rPr lang="en-US" b="1" i="0" dirty="0">
                <a:solidFill>
                  <a:srgbClr val="000000"/>
                </a:solidFill>
                <a:effectLst/>
                <a:latin typeface="Nunito Sans" pitchFamily="2" charset="0"/>
              </a:rPr>
              <a:t>2 3</a:t>
            </a:r>
            <a:r>
              <a:rPr lang="en-US" b="0" i="0" dirty="0">
                <a:solidFill>
                  <a:srgbClr val="000000"/>
                </a:solidFill>
                <a:effectLst/>
                <a:latin typeface="Nunito Sans" pitchFamily="2" charset="0"/>
              </a:rPr>
              <a:t> 4 5 6 7 8</a:t>
            </a:r>
          </a:p>
          <a:p>
            <a:pPr algn="l"/>
            <a:r>
              <a:rPr lang="en-US" b="0" i="0" dirty="0">
                <a:solidFill>
                  <a:srgbClr val="000000"/>
                </a:solidFill>
                <a:effectLst/>
                <a:latin typeface="Nunito Sans" pitchFamily="2" charset="0"/>
              </a:rPr>
              <a:t>1 2 </a:t>
            </a:r>
            <a:r>
              <a:rPr lang="en-US" b="1" i="0" dirty="0">
                <a:solidFill>
                  <a:srgbClr val="000000"/>
                </a:solidFill>
                <a:effectLst/>
                <a:latin typeface="Nunito Sans" pitchFamily="2" charset="0"/>
              </a:rPr>
              <a:t>3 4</a:t>
            </a:r>
            <a:r>
              <a:rPr lang="en-US" b="0" i="0" dirty="0">
                <a:solidFill>
                  <a:srgbClr val="000000"/>
                </a:solidFill>
                <a:effectLst/>
                <a:latin typeface="Nunito Sans" pitchFamily="2" charset="0"/>
              </a:rPr>
              <a:t> 5 6 7 8</a:t>
            </a:r>
          </a:p>
          <a:p>
            <a:pPr algn="l"/>
            <a:r>
              <a:rPr lang="en-US" b="0" i="0" dirty="0">
                <a:solidFill>
                  <a:srgbClr val="000000"/>
                </a:solidFill>
                <a:effectLst/>
                <a:latin typeface="Nunito Sans" pitchFamily="2" charset="0"/>
              </a:rPr>
              <a:t>1 2 3 </a:t>
            </a:r>
            <a:r>
              <a:rPr lang="en-US" b="1" i="0" dirty="0">
                <a:solidFill>
                  <a:srgbClr val="000000"/>
                </a:solidFill>
                <a:effectLst/>
                <a:latin typeface="Nunito Sans" pitchFamily="2" charset="0"/>
              </a:rPr>
              <a:t>4 5</a:t>
            </a:r>
            <a:r>
              <a:rPr lang="en-US" b="0" i="0" dirty="0">
                <a:solidFill>
                  <a:srgbClr val="000000"/>
                </a:solidFill>
                <a:effectLst/>
                <a:latin typeface="Nunito Sans" pitchFamily="2" charset="0"/>
              </a:rPr>
              <a:t> 6 7 8</a:t>
            </a:r>
          </a:p>
          <a:p>
            <a:pPr algn="l"/>
            <a:r>
              <a:rPr lang="en-US" b="0" i="0" dirty="0">
                <a:solidFill>
                  <a:srgbClr val="000000"/>
                </a:solidFill>
                <a:effectLst/>
                <a:latin typeface="Nunito Sans" pitchFamily="2" charset="0"/>
              </a:rPr>
              <a:t>1 2 3 4 </a:t>
            </a:r>
            <a:r>
              <a:rPr lang="en-US" b="1" i="0" dirty="0">
                <a:solidFill>
                  <a:srgbClr val="000000"/>
                </a:solidFill>
                <a:effectLst/>
                <a:latin typeface="Nunito Sans" pitchFamily="2" charset="0"/>
              </a:rPr>
              <a:t>5 6</a:t>
            </a:r>
            <a:r>
              <a:rPr lang="en-US" b="0" i="0" dirty="0">
                <a:solidFill>
                  <a:srgbClr val="000000"/>
                </a:solidFill>
                <a:effectLst/>
                <a:latin typeface="Nunito Sans" pitchFamily="2" charset="0"/>
              </a:rPr>
              <a:t> 7 8</a:t>
            </a:r>
          </a:p>
          <a:p>
            <a:pPr algn="l"/>
            <a:r>
              <a:rPr lang="en-US" b="0" i="0" dirty="0">
                <a:solidFill>
                  <a:srgbClr val="000000"/>
                </a:solidFill>
                <a:effectLst/>
                <a:latin typeface="Nunito Sans" pitchFamily="2" charset="0"/>
              </a:rPr>
              <a:t>1 2 3 4 5 </a:t>
            </a:r>
            <a:r>
              <a:rPr lang="en-US" b="1" i="0" dirty="0">
                <a:solidFill>
                  <a:srgbClr val="000000"/>
                </a:solidFill>
                <a:effectLst/>
                <a:latin typeface="Nunito Sans" pitchFamily="2" charset="0"/>
              </a:rPr>
              <a:t>6 7</a:t>
            </a:r>
            <a:r>
              <a:rPr lang="en-US" b="0" i="0" dirty="0">
                <a:solidFill>
                  <a:srgbClr val="000000"/>
                </a:solidFill>
                <a:effectLst/>
                <a:latin typeface="Nunito Sans" pitchFamily="2" charset="0"/>
              </a:rPr>
              <a:t> 8</a:t>
            </a:r>
          </a:p>
        </p:txBody>
      </p:sp>
    </p:spTree>
    <p:extLst>
      <p:ext uri="{BB962C8B-B14F-4D97-AF65-F5344CB8AC3E}">
        <p14:creationId xmlns:p14="http://schemas.microsoft.com/office/powerpoint/2010/main" val="2162099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25C81-7DB3-637F-4B9F-845F345F9F8C}"/>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2D545C4E-9A49-18E4-2AC4-3BB0C6439DDA}"/>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0A0DE672-D2E5-45E4-A4D8-4481E5BC4F0C}"/>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56EC0E41-96B6-C18E-64F4-2ECAAC0B5C0D}"/>
              </a:ext>
            </a:extLst>
          </p:cNvPr>
          <p:cNvSpPr>
            <a:spLocks noGrp="1"/>
          </p:cNvSpPr>
          <p:nvPr>
            <p:ph type="sldNum" sz="quarter" idx="12"/>
          </p:nvPr>
        </p:nvSpPr>
        <p:spPr/>
        <p:txBody>
          <a:bodyPr/>
          <a:lstStyle/>
          <a:p>
            <a:fld id="{6EFE7C99-B088-4EBB-BFF6-BECCC96D5DD8}" type="slidenum">
              <a:rPr lang="en-US" smtClean="0"/>
              <a:pPr/>
              <a:t>5</a:t>
            </a:fld>
            <a:endParaRPr lang="en-US"/>
          </a:p>
        </p:txBody>
      </p:sp>
      <p:sp>
        <p:nvSpPr>
          <p:cNvPr id="10" name="TextBox 9">
            <a:extLst>
              <a:ext uri="{FF2B5EF4-FFF2-40B4-BE49-F238E27FC236}">
                <a16:creationId xmlns:a16="http://schemas.microsoft.com/office/drawing/2014/main" id="{B3582360-27F4-A797-C55D-321AE61A2EF5}"/>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58079BBA-8A30-89A1-C825-9A36706F2D04}"/>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2CF6E6FB-E906-BF78-EB50-15DCE48823C1}"/>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02C5FEEA-3654-8C36-6032-B75D6995C126}"/>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Bubble Sort – Python Implementation</a:t>
              </a:r>
              <a:endParaRPr lang="en-US" sz="2000" dirty="0"/>
            </a:p>
          </p:txBody>
        </p:sp>
      </p:grpSp>
      <p:sp>
        <p:nvSpPr>
          <p:cNvPr id="16" name="Footer Placeholder 15">
            <a:extLst>
              <a:ext uri="{FF2B5EF4-FFF2-40B4-BE49-F238E27FC236}">
                <a16:creationId xmlns:a16="http://schemas.microsoft.com/office/drawing/2014/main" id="{D938180C-0B61-9F9B-0A26-72BAB0303ED5}"/>
              </a:ext>
            </a:extLst>
          </p:cNvPr>
          <p:cNvSpPr>
            <a:spLocks noGrp="1"/>
          </p:cNvSpPr>
          <p:nvPr>
            <p:ph type="ftr" sz="quarter" idx="11"/>
          </p:nvPr>
        </p:nvSpPr>
        <p:spPr/>
        <p:txBody>
          <a:bodyPr/>
          <a:lstStyle/>
          <a:p>
            <a:r>
              <a:rPr lang="en-US"/>
              <a:t>Prof. Venkataramana Veeramsetty</a:t>
            </a:r>
          </a:p>
        </p:txBody>
      </p:sp>
      <p:pic>
        <p:nvPicPr>
          <p:cNvPr id="8" name="Picture 7">
            <a:extLst>
              <a:ext uri="{FF2B5EF4-FFF2-40B4-BE49-F238E27FC236}">
                <a16:creationId xmlns:a16="http://schemas.microsoft.com/office/drawing/2014/main" id="{EC283A5C-2B79-F0D2-424F-CF664E61AF6F}"/>
              </a:ext>
            </a:extLst>
          </p:cNvPr>
          <p:cNvPicPr>
            <a:picLocks noChangeAspect="1"/>
          </p:cNvPicPr>
          <p:nvPr/>
        </p:nvPicPr>
        <p:blipFill>
          <a:blip r:embed="rId4"/>
          <a:stretch>
            <a:fillRect/>
          </a:stretch>
        </p:blipFill>
        <p:spPr>
          <a:xfrm>
            <a:off x="557171" y="1437997"/>
            <a:ext cx="7140557" cy="3657786"/>
          </a:xfrm>
          <a:prstGeom prst="rect">
            <a:avLst/>
          </a:prstGeom>
        </p:spPr>
      </p:pic>
    </p:spTree>
    <p:extLst>
      <p:ext uri="{BB962C8B-B14F-4D97-AF65-F5344CB8AC3E}">
        <p14:creationId xmlns:p14="http://schemas.microsoft.com/office/powerpoint/2010/main" val="2047186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631D4-FB39-33F3-7399-104BA8756377}"/>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DC41B4FE-0724-BC8C-F0B2-87365E7CF8D6}"/>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ED0FB1B3-9D54-70A4-322C-ACD99763FA51}"/>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239534F3-87D4-5BB1-7717-9A98A413FA3E}"/>
              </a:ext>
            </a:extLst>
          </p:cNvPr>
          <p:cNvSpPr>
            <a:spLocks noGrp="1"/>
          </p:cNvSpPr>
          <p:nvPr>
            <p:ph type="sldNum" sz="quarter" idx="12"/>
          </p:nvPr>
        </p:nvSpPr>
        <p:spPr/>
        <p:txBody>
          <a:bodyPr/>
          <a:lstStyle/>
          <a:p>
            <a:fld id="{6EFE7C99-B088-4EBB-BFF6-BECCC96D5DD8}" type="slidenum">
              <a:rPr lang="en-US" smtClean="0"/>
              <a:pPr/>
              <a:t>6</a:t>
            </a:fld>
            <a:endParaRPr lang="en-US"/>
          </a:p>
        </p:txBody>
      </p:sp>
      <p:sp>
        <p:nvSpPr>
          <p:cNvPr id="10" name="TextBox 9">
            <a:extLst>
              <a:ext uri="{FF2B5EF4-FFF2-40B4-BE49-F238E27FC236}">
                <a16:creationId xmlns:a16="http://schemas.microsoft.com/office/drawing/2014/main" id="{2DA3BDC0-8A94-941C-2D6A-44F68B7BEC63}"/>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207722CE-ECC4-0044-1C42-4EB75CD1D9DB}"/>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C0094304-71D5-4B88-2C98-07F7D00DBBD4}"/>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3B542C45-07F9-9317-DC07-4A8BF0969B01}"/>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Selection Sort</a:t>
              </a:r>
              <a:endParaRPr lang="en-US" sz="2000" dirty="0"/>
            </a:p>
          </p:txBody>
        </p:sp>
      </p:grpSp>
      <p:sp>
        <p:nvSpPr>
          <p:cNvPr id="16" name="Footer Placeholder 15">
            <a:extLst>
              <a:ext uri="{FF2B5EF4-FFF2-40B4-BE49-F238E27FC236}">
                <a16:creationId xmlns:a16="http://schemas.microsoft.com/office/drawing/2014/main" id="{FAD1C42F-6A1F-D579-DA22-F8DA92191EAC}"/>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4866003D-33A4-1031-553C-DD4847C7661C}"/>
              </a:ext>
            </a:extLst>
          </p:cNvPr>
          <p:cNvSpPr txBox="1"/>
          <p:nvPr/>
        </p:nvSpPr>
        <p:spPr>
          <a:xfrm>
            <a:off x="317643" y="1032489"/>
            <a:ext cx="6094520" cy="369332"/>
          </a:xfrm>
          <a:prstGeom prst="rect">
            <a:avLst/>
          </a:prstGeom>
          <a:noFill/>
        </p:spPr>
        <p:txBody>
          <a:bodyPr wrap="square">
            <a:spAutoFit/>
          </a:bodyPr>
          <a:lstStyle/>
          <a:p>
            <a:r>
              <a:rPr lang="en-US" b="0" i="0" dirty="0">
                <a:solidFill>
                  <a:srgbClr val="000000"/>
                </a:solidFill>
                <a:effectLst/>
                <a:latin typeface="Nunito Sans" pitchFamily="2" charset="0"/>
              </a:rPr>
              <a:t>Initial Array: 3, 4, 1, 6, 2, 5</a:t>
            </a:r>
            <a:endParaRPr lang="en-IN" dirty="0"/>
          </a:p>
        </p:txBody>
      </p:sp>
      <p:graphicFrame>
        <p:nvGraphicFramePr>
          <p:cNvPr id="9" name="Table 8">
            <a:extLst>
              <a:ext uri="{FF2B5EF4-FFF2-40B4-BE49-F238E27FC236}">
                <a16:creationId xmlns:a16="http://schemas.microsoft.com/office/drawing/2014/main" id="{379F7368-B992-8540-B3A0-3E2855AE6A8B}"/>
              </a:ext>
            </a:extLst>
          </p:cNvPr>
          <p:cNvGraphicFramePr>
            <a:graphicFrameLocks noGrp="1"/>
          </p:cNvGraphicFramePr>
          <p:nvPr>
            <p:extLst>
              <p:ext uri="{D42A27DB-BD31-4B8C-83A1-F6EECF244321}">
                <p14:modId xmlns:p14="http://schemas.microsoft.com/office/powerpoint/2010/main" val="988819091"/>
              </p:ext>
            </p:extLst>
          </p:nvPr>
        </p:nvGraphicFramePr>
        <p:xfrm>
          <a:off x="407387" y="1379626"/>
          <a:ext cx="8128001" cy="2595880"/>
        </p:xfrm>
        <a:graphic>
          <a:graphicData uri="http://schemas.openxmlformats.org/drawingml/2006/table">
            <a:tbl>
              <a:tblPr firstRow="1" bandRow="1">
                <a:tableStyleId>{5C22544A-7EE6-4342-B048-85BDC9FD1C3A}</a:tableStyleId>
              </a:tblPr>
              <a:tblGrid>
                <a:gridCol w="1161143">
                  <a:extLst>
                    <a:ext uri="{9D8B030D-6E8A-4147-A177-3AD203B41FA5}">
                      <a16:colId xmlns:a16="http://schemas.microsoft.com/office/drawing/2014/main" val="2928550688"/>
                    </a:ext>
                  </a:extLst>
                </a:gridCol>
                <a:gridCol w="1161143">
                  <a:extLst>
                    <a:ext uri="{9D8B030D-6E8A-4147-A177-3AD203B41FA5}">
                      <a16:colId xmlns:a16="http://schemas.microsoft.com/office/drawing/2014/main" val="3166217921"/>
                    </a:ext>
                  </a:extLst>
                </a:gridCol>
                <a:gridCol w="1161143">
                  <a:extLst>
                    <a:ext uri="{9D8B030D-6E8A-4147-A177-3AD203B41FA5}">
                      <a16:colId xmlns:a16="http://schemas.microsoft.com/office/drawing/2014/main" val="3116075513"/>
                    </a:ext>
                  </a:extLst>
                </a:gridCol>
                <a:gridCol w="1161143">
                  <a:extLst>
                    <a:ext uri="{9D8B030D-6E8A-4147-A177-3AD203B41FA5}">
                      <a16:colId xmlns:a16="http://schemas.microsoft.com/office/drawing/2014/main" val="3687989137"/>
                    </a:ext>
                  </a:extLst>
                </a:gridCol>
                <a:gridCol w="1161143">
                  <a:extLst>
                    <a:ext uri="{9D8B030D-6E8A-4147-A177-3AD203B41FA5}">
                      <a16:colId xmlns:a16="http://schemas.microsoft.com/office/drawing/2014/main" val="597638292"/>
                    </a:ext>
                  </a:extLst>
                </a:gridCol>
                <a:gridCol w="1161143">
                  <a:extLst>
                    <a:ext uri="{9D8B030D-6E8A-4147-A177-3AD203B41FA5}">
                      <a16:colId xmlns:a16="http://schemas.microsoft.com/office/drawing/2014/main" val="2649364922"/>
                    </a:ext>
                  </a:extLst>
                </a:gridCol>
                <a:gridCol w="1161143">
                  <a:extLst>
                    <a:ext uri="{9D8B030D-6E8A-4147-A177-3AD203B41FA5}">
                      <a16:colId xmlns:a16="http://schemas.microsoft.com/office/drawing/2014/main" val="3244743225"/>
                    </a:ext>
                  </a:extLst>
                </a:gridCol>
              </a:tblGrid>
              <a:tr h="370840">
                <a:tc>
                  <a:txBody>
                    <a:bodyPr/>
                    <a:lstStyle/>
                    <a:p>
                      <a:r>
                        <a:rPr lang="en-IN" i="1" dirty="0"/>
                        <a:t>Index</a:t>
                      </a:r>
                    </a:p>
                  </a:txBody>
                  <a:tcPr/>
                </a:tc>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5</a:t>
                      </a:r>
                    </a:p>
                  </a:txBody>
                  <a:tcPr/>
                </a:tc>
                <a:extLst>
                  <a:ext uri="{0D108BD9-81ED-4DB2-BD59-A6C34878D82A}">
                    <a16:rowId xmlns:a16="http://schemas.microsoft.com/office/drawing/2014/main" val="1725508399"/>
                  </a:ext>
                </a:extLst>
              </a:tr>
              <a:tr h="370840">
                <a:tc>
                  <a:txBody>
                    <a:bodyPr/>
                    <a:lstStyle/>
                    <a:p>
                      <a:r>
                        <a:rPr lang="en-IN" dirty="0"/>
                        <a:t>0</a:t>
                      </a:r>
                    </a:p>
                  </a:txBody>
                  <a:tcPr/>
                </a:tc>
                <a:tc>
                  <a:txBody>
                    <a:bodyPr/>
                    <a:lstStyle/>
                    <a:p>
                      <a:r>
                        <a:rPr lang="en-IN" dirty="0"/>
                        <a:t>3</a:t>
                      </a:r>
                    </a:p>
                  </a:txBody>
                  <a:tcPr>
                    <a:solidFill>
                      <a:schemeClr val="accent2"/>
                    </a:solidFill>
                  </a:tcPr>
                </a:tc>
                <a:tc>
                  <a:txBody>
                    <a:bodyPr/>
                    <a:lstStyle/>
                    <a:p>
                      <a:r>
                        <a:rPr lang="en-IN" dirty="0"/>
                        <a:t>4</a:t>
                      </a:r>
                    </a:p>
                  </a:txBody>
                  <a:tcPr>
                    <a:solidFill>
                      <a:schemeClr val="accent2"/>
                    </a:solidFill>
                  </a:tcPr>
                </a:tc>
                <a:tc>
                  <a:txBody>
                    <a:bodyPr/>
                    <a:lstStyle/>
                    <a:p>
                      <a:r>
                        <a:rPr lang="en-IN" dirty="0"/>
                        <a:t>1</a:t>
                      </a:r>
                    </a:p>
                  </a:txBody>
                  <a:tcPr>
                    <a:solidFill>
                      <a:schemeClr val="accent2"/>
                    </a:solidFill>
                  </a:tcPr>
                </a:tc>
                <a:tc>
                  <a:txBody>
                    <a:bodyPr/>
                    <a:lstStyle/>
                    <a:p>
                      <a:r>
                        <a:rPr lang="en-IN" dirty="0"/>
                        <a:t>6</a:t>
                      </a:r>
                    </a:p>
                  </a:txBody>
                  <a:tcPr>
                    <a:solidFill>
                      <a:schemeClr val="accent2"/>
                    </a:solidFill>
                  </a:tcPr>
                </a:tc>
                <a:tc>
                  <a:txBody>
                    <a:bodyPr/>
                    <a:lstStyle/>
                    <a:p>
                      <a:r>
                        <a:rPr lang="en-IN" dirty="0"/>
                        <a:t>2</a:t>
                      </a:r>
                    </a:p>
                  </a:txBody>
                  <a:tcPr>
                    <a:solidFill>
                      <a:schemeClr val="accent2"/>
                    </a:solidFill>
                  </a:tcPr>
                </a:tc>
                <a:tc>
                  <a:txBody>
                    <a:bodyPr/>
                    <a:lstStyle/>
                    <a:p>
                      <a:r>
                        <a:rPr lang="en-IN" dirty="0"/>
                        <a:t>5</a:t>
                      </a:r>
                    </a:p>
                  </a:txBody>
                  <a:tcPr>
                    <a:solidFill>
                      <a:schemeClr val="accent2"/>
                    </a:solidFill>
                  </a:tcPr>
                </a:tc>
                <a:extLst>
                  <a:ext uri="{0D108BD9-81ED-4DB2-BD59-A6C34878D82A}">
                    <a16:rowId xmlns:a16="http://schemas.microsoft.com/office/drawing/2014/main" val="2986843846"/>
                  </a:ext>
                </a:extLst>
              </a:tr>
              <a:tr h="370840">
                <a:tc>
                  <a:txBody>
                    <a:bodyPr/>
                    <a:lstStyle/>
                    <a:p>
                      <a:r>
                        <a:rPr lang="en-IN" dirty="0"/>
                        <a:t>1</a:t>
                      </a:r>
                    </a:p>
                  </a:txBody>
                  <a:tcPr/>
                </a:tc>
                <a:tc>
                  <a:txBody>
                    <a:bodyPr/>
                    <a:lstStyle/>
                    <a:p>
                      <a:r>
                        <a:rPr lang="en-IN" b="1" dirty="0">
                          <a:solidFill>
                            <a:srgbClr val="FF0000"/>
                          </a:solidFill>
                        </a:rPr>
                        <a:t>1</a:t>
                      </a:r>
                    </a:p>
                  </a:txBody>
                  <a:tcPr/>
                </a:tc>
                <a:tc>
                  <a:txBody>
                    <a:bodyPr/>
                    <a:lstStyle/>
                    <a:p>
                      <a:r>
                        <a:rPr lang="en-IN" dirty="0"/>
                        <a:t>4</a:t>
                      </a:r>
                    </a:p>
                  </a:txBody>
                  <a:tcPr>
                    <a:solidFill>
                      <a:schemeClr val="accent2"/>
                    </a:solidFill>
                  </a:tcPr>
                </a:tc>
                <a:tc>
                  <a:txBody>
                    <a:bodyPr/>
                    <a:lstStyle/>
                    <a:p>
                      <a:r>
                        <a:rPr lang="en-IN" dirty="0">
                          <a:solidFill>
                            <a:srgbClr val="FF0000"/>
                          </a:solidFill>
                        </a:rPr>
                        <a:t>3</a:t>
                      </a:r>
                    </a:p>
                  </a:txBody>
                  <a:tcPr>
                    <a:solidFill>
                      <a:schemeClr val="accent2"/>
                    </a:solidFill>
                  </a:tcPr>
                </a:tc>
                <a:tc>
                  <a:txBody>
                    <a:bodyPr/>
                    <a:lstStyle/>
                    <a:p>
                      <a:r>
                        <a:rPr lang="en-IN" dirty="0"/>
                        <a:t>6</a:t>
                      </a:r>
                    </a:p>
                  </a:txBody>
                  <a:tcPr>
                    <a:solidFill>
                      <a:schemeClr val="accent2"/>
                    </a:solidFill>
                  </a:tcPr>
                </a:tc>
                <a:tc>
                  <a:txBody>
                    <a:bodyPr/>
                    <a:lstStyle/>
                    <a:p>
                      <a:r>
                        <a:rPr lang="en-IN" dirty="0"/>
                        <a:t>2</a:t>
                      </a:r>
                    </a:p>
                  </a:txBody>
                  <a:tcPr>
                    <a:solidFill>
                      <a:schemeClr val="accent2"/>
                    </a:solidFill>
                  </a:tcPr>
                </a:tc>
                <a:tc>
                  <a:txBody>
                    <a:bodyPr/>
                    <a:lstStyle/>
                    <a:p>
                      <a:r>
                        <a:rPr lang="en-IN" dirty="0"/>
                        <a:t>5</a:t>
                      </a:r>
                    </a:p>
                  </a:txBody>
                  <a:tcPr>
                    <a:solidFill>
                      <a:schemeClr val="accent2"/>
                    </a:solidFill>
                  </a:tcPr>
                </a:tc>
                <a:extLst>
                  <a:ext uri="{0D108BD9-81ED-4DB2-BD59-A6C34878D82A}">
                    <a16:rowId xmlns:a16="http://schemas.microsoft.com/office/drawing/2014/main" val="3286576898"/>
                  </a:ext>
                </a:extLst>
              </a:tr>
              <a:tr h="370840">
                <a:tc>
                  <a:txBody>
                    <a:bodyPr/>
                    <a:lstStyle/>
                    <a:p>
                      <a:r>
                        <a:rPr lang="en-IN" dirty="0"/>
                        <a:t>2</a:t>
                      </a:r>
                    </a:p>
                  </a:txBody>
                  <a:tcPr/>
                </a:tc>
                <a:tc>
                  <a:txBody>
                    <a:bodyPr/>
                    <a:lstStyle/>
                    <a:p>
                      <a:r>
                        <a:rPr lang="en-IN" b="1" dirty="0">
                          <a:solidFill>
                            <a:srgbClr val="FF0000"/>
                          </a:solidFill>
                        </a:rPr>
                        <a:t>1</a:t>
                      </a:r>
                    </a:p>
                  </a:txBody>
                  <a:tcPr/>
                </a:tc>
                <a:tc>
                  <a:txBody>
                    <a:bodyPr/>
                    <a:lstStyle/>
                    <a:p>
                      <a:r>
                        <a:rPr lang="en-IN" b="1" dirty="0">
                          <a:solidFill>
                            <a:schemeClr val="accent1"/>
                          </a:solidFill>
                        </a:rPr>
                        <a:t>2</a:t>
                      </a:r>
                    </a:p>
                  </a:txBody>
                  <a:tcPr/>
                </a:tc>
                <a:tc>
                  <a:txBody>
                    <a:bodyPr/>
                    <a:lstStyle/>
                    <a:p>
                      <a:r>
                        <a:rPr lang="en-IN" dirty="0"/>
                        <a:t>3</a:t>
                      </a:r>
                    </a:p>
                  </a:txBody>
                  <a:tcPr>
                    <a:solidFill>
                      <a:schemeClr val="accent2"/>
                    </a:solidFill>
                  </a:tcPr>
                </a:tc>
                <a:tc>
                  <a:txBody>
                    <a:bodyPr/>
                    <a:lstStyle/>
                    <a:p>
                      <a:r>
                        <a:rPr lang="en-IN" dirty="0"/>
                        <a:t>6</a:t>
                      </a:r>
                    </a:p>
                  </a:txBody>
                  <a:tcPr>
                    <a:solidFill>
                      <a:schemeClr val="accent2"/>
                    </a:solidFill>
                  </a:tcPr>
                </a:tc>
                <a:tc>
                  <a:txBody>
                    <a:bodyPr/>
                    <a:lstStyle/>
                    <a:p>
                      <a:r>
                        <a:rPr lang="en-IN" dirty="0">
                          <a:solidFill>
                            <a:schemeClr val="accent1"/>
                          </a:solidFill>
                        </a:rPr>
                        <a:t>4</a:t>
                      </a:r>
                    </a:p>
                  </a:txBody>
                  <a:tcPr>
                    <a:solidFill>
                      <a:schemeClr val="accent2"/>
                    </a:solidFill>
                  </a:tcPr>
                </a:tc>
                <a:tc>
                  <a:txBody>
                    <a:bodyPr/>
                    <a:lstStyle/>
                    <a:p>
                      <a:r>
                        <a:rPr lang="en-IN" dirty="0"/>
                        <a:t>5</a:t>
                      </a:r>
                    </a:p>
                  </a:txBody>
                  <a:tcPr>
                    <a:solidFill>
                      <a:schemeClr val="accent2"/>
                    </a:solidFill>
                  </a:tcPr>
                </a:tc>
                <a:extLst>
                  <a:ext uri="{0D108BD9-81ED-4DB2-BD59-A6C34878D82A}">
                    <a16:rowId xmlns:a16="http://schemas.microsoft.com/office/drawing/2014/main" val="931259346"/>
                  </a:ext>
                </a:extLst>
              </a:tr>
              <a:tr h="370840">
                <a:tc>
                  <a:txBody>
                    <a:bodyPr/>
                    <a:lstStyle/>
                    <a:p>
                      <a:r>
                        <a:rPr lang="en-IN"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solidFill>
                            <a:srgbClr val="FF0000"/>
                          </a:solidFill>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solidFill>
                            <a:schemeClr val="accent1"/>
                          </a:solidFill>
                        </a:rPr>
                        <a:t>2</a:t>
                      </a:r>
                    </a:p>
                  </a:txBody>
                  <a:tcPr/>
                </a:tc>
                <a:tc>
                  <a:txBody>
                    <a:bodyPr/>
                    <a:lstStyle/>
                    <a:p>
                      <a:r>
                        <a:rPr lang="en-IN" b="1" dirty="0"/>
                        <a:t>3</a:t>
                      </a:r>
                    </a:p>
                  </a:txBody>
                  <a:tcPr/>
                </a:tc>
                <a:tc>
                  <a:txBody>
                    <a:bodyPr/>
                    <a:lstStyle/>
                    <a:p>
                      <a:r>
                        <a:rPr lang="en-IN" dirty="0"/>
                        <a:t>6</a:t>
                      </a:r>
                    </a:p>
                  </a:txBody>
                  <a:tcPr>
                    <a:solidFill>
                      <a:schemeClr val="accent2"/>
                    </a:solidFill>
                  </a:tcPr>
                </a:tc>
                <a:tc>
                  <a:txBody>
                    <a:bodyPr/>
                    <a:lstStyle/>
                    <a:p>
                      <a:r>
                        <a:rPr lang="en-IN" dirty="0"/>
                        <a:t>4</a:t>
                      </a:r>
                    </a:p>
                  </a:txBody>
                  <a:tcPr>
                    <a:solidFill>
                      <a:schemeClr val="accent2"/>
                    </a:solidFill>
                  </a:tcPr>
                </a:tc>
                <a:tc>
                  <a:txBody>
                    <a:bodyPr/>
                    <a:lstStyle/>
                    <a:p>
                      <a:r>
                        <a:rPr lang="en-IN" dirty="0"/>
                        <a:t>5</a:t>
                      </a:r>
                    </a:p>
                  </a:txBody>
                  <a:tcPr>
                    <a:solidFill>
                      <a:schemeClr val="accent2"/>
                    </a:solidFill>
                  </a:tcPr>
                </a:tc>
                <a:extLst>
                  <a:ext uri="{0D108BD9-81ED-4DB2-BD59-A6C34878D82A}">
                    <a16:rowId xmlns:a16="http://schemas.microsoft.com/office/drawing/2014/main" val="1909390148"/>
                  </a:ext>
                </a:extLst>
              </a:tr>
              <a:tr h="370840">
                <a:tc>
                  <a:txBody>
                    <a:bodyPr/>
                    <a:lstStyle/>
                    <a:p>
                      <a:r>
                        <a:rPr lang="en-IN"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solidFill>
                            <a:srgbClr val="FF0000"/>
                          </a:solidFill>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solidFill>
                            <a:schemeClr val="accent1"/>
                          </a:solidFill>
                        </a:rPr>
                        <a:t>2</a:t>
                      </a:r>
                    </a:p>
                  </a:txBody>
                  <a:tcPr/>
                </a:tc>
                <a:tc>
                  <a:txBody>
                    <a:bodyPr/>
                    <a:lstStyle/>
                    <a:p>
                      <a:r>
                        <a:rPr lang="en-IN" b="1" dirty="0"/>
                        <a:t>3</a:t>
                      </a:r>
                    </a:p>
                  </a:txBody>
                  <a:tcPr/>
                </a:tc>
                <a:tc>
                  <a:txBody>
                    <a:bodyPr/>
                    <a:lstStyle/>
                    <a:p>
                      <a:r>
                        <a:rPr lang="en-IN" b="1" dirty="0">
                          <a:solidFill>
                            <a:schemeClr val="accent3"/>
                          </a:solidFill>
                        </a:rPr>
                        <a:t>4</a:t>
                      </a:r>
                    </a:p>
                  </a:txBody>
                  <a:tcPr/>
                </a:tc>
                <a:tc>
                  <a:txBody>
                    <a:bodyPr/>
                    <a:lstStyle/>
                    <a:p>
                      <a:r>
                        <a:rPr lang="en-IN" b="1" dirty="0">
                          <a:solidFill>
                            <a:schemeClr val="accent3"/>
                          </a:solidFill>
                        </a:rPr>
                        <a:t>6</a:t>
                      </a:r>
                    </a:p>
                  </a:txBody>
                  <a:tcPr>
                    <a:solidFill>
                      <a:schemeClr val="accent2"/>
                    </a:solidFill>
                  </a:tcPr>
                </a:tc>
                <a:tc>
                  <a:txBody>
                    <a:bodyPr/>
                    <a:lstStyle/>
                    <a:p>
                      <a:r>
                        <a:rPr lang="en-IN" dirty="0"/>
                        <a:t>5</a:t>
                      </a:r>
                    </a:p>
                  </a:txBody>
                  <a:tcPr>
                    <a:solidFill>
                      <a:schemeClr val="accent2"/>
                    </a:solidFill>
                  </a:tcPr>
                </a:tc>
                <a:extLst>
                  <a:ext uri="{0D108BD9-81ED-4DB2-BD59-A6C34878D82A}">
                    <a16:rowId xmlns:a16="http://schemas.microsoft.com/office/drawing/2014/main" val="3256274309"/>
                  </a:ext>
                </a:extLst>
              </a:tr>
              <a:tr h="370840">
                <a:tc>
                  <a:txBody>
                    <a:bodyPr/>
                    <a:lstStyle/>
                    <a:p>
                      <a:r>
                        <a:rPr lang="en-IN" dirty="0"/>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solidFill>
                            <a:srgbClr val="FF0000"/>
                          </a:solidFill>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solidFill>
                            <a:schemeClr val="accent1"/>
                          </a:solidFill>
                        </a:rPr>
                        <a:t>2</a:t>
                      </a:r>
                    </a:p>
                  </a:txBody>
                  <a:tcPr/>
                </a:tc>
                <a:tc>
                  <a:txBody>
                    <a:bodyPr/>
                    <a:lstStyle/>
                    <a:p>
                      <a:r>
                        <a:rPr lang="en-IN" b="1" dirty="0"/>
                        <a:t>3</a:t>
                      </a:r>
                    </a:p>
                  </a:txBody>
                  <a:tcPr/>
                </a:tc>
                <a:tc>
                  <a:txBody>
                    <a:bodyPr/>
                    <a:lstStyle/>
                    <a:p>
                      <a:r>
                        <a:rPr lang="en-IN" b="1" dirty="0">
                          <a:solidFill>
                            <a:schemeClr val="accent3"/>
                          </a:solidFill>
                        </a:rPr>
                        <a:t>4</a:t>
                      </a:r>
                    </a:p>
                  </a:txBody>
                  <a:tcPr/>
                </a:tc>
                <a:tc>
                  <a:txBody>
                    <a:bodyPr/>
                    <a:lstStyle/>
                    <a:p>
                      <a:r>
                        <a:rPr lang="en-IN" b="1" dirty="0">
                          <a:solidFill>
                            <a:schemeClr val="accent5"/>
                          </a:solidFill>
                        </a:rPr>
                        <a:t>5</a:t>
                      </a:r>
                    </a:p>
                  </a:txBody>
                  <a:tcPr>
                    <a:noFill/>
                  </a:tcPr>
                </a:tc>
                <a:tc>
                  <a:txBody>
                    <a:bodyPr/>
                    <a:lstStyle/>
                    <a:p>
                      <a:r>
                        <a:rPr lang="en-IN" dirty="0">
                          <a:solidFill>
                            <a:schemeClr val="accent5"/>
                          </a:solidFill>
                        </a:rPr>
                        <a:t>6</a:t>
                      </a:r>
                    </a:p>
                  </a:txBody>
                  <a:tcPr>
                    <a:solidFill>
                      <a:schemeClr val="accent2"/>
                    </a:solidFill>
                  </a:tcPr>
                </a:tc>
                <a:extLst>
                  <a:ext uri="{0D108BD9-81ED-4DB2-BD59-A6C34878D82A}">
                    <a16:rowId xmlns:a16="http://schemas.microsoft.com/office/drawing/2014/main" val="4191862976"/>
                  </a:ext>
                </a:extLst>
              </a:tr>
            </a:tbl>
          </a:graphicData>
        </a:graphic>
      </p:graphicFrame>
      <p:pic>
        <p:nvPicPr>
          <p:cNvPr id="11" name="Picture 10">
            <a:extLst>
              <a:ext uri="{FF2B5EF4-FFF2-40B4-BE49-F238E27FC236}">
                <a16:creationId xmlns:a16="http://schemas.microsoft.com/office/drawing/2014/main" id="{7D05DF2E-72AE-5AEB-6444-DE42067DD964}"/>
              </a:ext>
            </a:extLst>
          </p:cNvPr>
          <p:cNvPicPr>
            <a:picLocks noChangeAspect="1"/>
          </p:cNvPicPr>
          <p:nvPr/>
        </p:nvPicPr>
        <p:blipFill>
          <a:blip r:embed="rId4"/>
          <a:stretch>
            <a:fillRect/>
          </a:stretch>
        </p:blipFill>
        <p:spPr>
          <a:xfrm>
            <a:off x="7412855" y="3975506"/>
            <a:ext cx="4671874" cy="2380844"/>
          </a:xfrm>
          <a:prstGeom prst="rect">
            <a:avLst/>
          </a:prstGeom>
        </p:spPr>
      </p:pic>
    </p:spTree>
    <p:extLst>
      <p:ext uri="{BB962C8B-B14F-4D97-AF65-F5344CB8AC3E}">
        <p14:creationId xmlns:p14="http://schemas.microsoft.com/office/powerpoint/2010/main" val="3135670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B3FBFF-8A74-334C-E2E9-678787E0853B}"/>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E1E5D97C-42E6-4A2A-ED32-E7A71329B98D}"/>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313D0237-1900-795D-DC0A-9C7F96D166DA}"/>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0C5FF56C-85D2-C369-7249-57845A7290AE}"/>
              </a:ext>
            </a:extLst>
          </p:cNvPr>
          <p:cNvSpPr>
            <a:spLocks noGrp="1"/>
          </p:cNvSpPr>
          <p:nvPr>
            <p:ph type="sldNum" sz="quarter" idx="12"/>
          </p:nvPr>
        </p:nvSpPr>
        <p:spPr/>
        <p:txBody>
          <a:bodyPr/>
          <a:lstStyle/>
          <a:p>
            <a:fld id="{6EFE7C99-B088-4EBB-BFF6-BECCC96D5DD8}" type="slidenum">
              <a:rPr lang="en-US" smtClean="0"/>
              <a:pPr/>
              <a:t>7</a:t>
            </a:fld>
            <a:endParaRPr lang="en-US"/>
          </a:p>
        </p:txBody>
      </p:sp>
      <p:sp>
        <p:nvSpPr>
          <p:cNvPr id="10" name="TextBox 9">
            <a:extLst>
              <a:ext uri="{FF2B5EF4-FFF2-40B4-BE49-F238E27FC236}">
                <a16:creationId xmlns:a16="http://schemas.microsoft.com/office/drawing/2014/main" id="{AE9AE626-9FCF-9C0B-92FA-AE5851F7F52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085B7270-E0EC-F5B6-E33E-7FB78C7ED1F1}"/>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A3E69234-BFA5-EE81-456C-051B99352F8D}"/>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1A7F62DC-4913-5E74-37CD-A617FE5C91B8}"/>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Insertion Sort</a:t>
              </a:r>
              <a:endParaRPr lang="en-US" sz="2000" dirty="0"/>
            </a:p>
          </p:txBody>
        </p:sp>
      </p:grpSp>
      <p:sp>
        <p:nvSpPr>
          <p:cNvPr id="16" name="Footer Placeholder 15">
            <a:extLst>
              <a:ext uri="{FF2B5EF4-FFF2-40B4-BE49-F238E27FC236}">
                <a16:creationId xmlns:a16="http://schemas.microsoft.com/office/drawing/2014/main" id="{44D590B7-48E1-EFDC-DF6F-62A8A913F73B}"/>
              </a:ext>
            </a:extLst>
          </p:cNvPr>
          <p:cNvSpPr>
            <a:spLocks noGrp="1"/>
          </p:cNvSpPr>
          <p:nvPr>
            <p:ph type="ftr" sz="quarter" idx="11"/>
          </p:nvPr>
        </p:nvSpPr>
        <p:spPr/>
        <p:txBody>
          <a:bodyPr/>
          <a:lstStyle/>
          <a:p>
            <a:r>
              <a:rPr lang="en-US"/>
              <a:t>Prof. Venkataramana Veeramsetty</a:t>
            </a:r>
          </a:p>
        </p:txBody>
      </p:sp>
      <p:graphicFrame>
        <p:nvGraphicFramePr>
          <p:cNvPr id="4" name="Table 3">
            <a:extLst>
              <a:ext uri="{FF2B5EF4-FFF2-40B4-BE49-F238E27FC236}">
                <a16:creationId xmlns:a16="http://schemas.microsoft.com/office/drawing/2014/main" id="{AF237294-F8CC-E56F-E9FD-9A3E80B9C0B1}"/>
              </a:ext>
            </a:extLst>
          </p:cNvPr>
          <p:cNvGraphicFramePr>
            <a:graphicFrameLocks noGrp="1"/>
          </p:cNvGraphicFramePr>
          <p:nvPr>
            <p:extLst>
              <p:ext uri="{D42A27DB-BD31-4B8C-83A1-F6EECF244321}">
                <p14:modId xmlns:p14="http://schemas.microsoft.com/office/powerpoint/2010/main" val="2680993413"/>
              </p:ext>
            </p:extLst>
          </p:nvPr>
        </p:nvGraphicFramePr>
        <p:xfrm>
          <a:off x="1855432" y="1203960"/>
          <a:ext cx="7967216" cy="2595880"/>
        </p:xfrm>
        <a:graphic>
          <a:graphicData uri="http://schemas.openxmlformats.org/drawingml/2006/table">
            <a:tbl>
              <a:tblPr firstRow="1" bandRow="1">
                <a:tableStyleId>{5C22544A-7EE6-4342-B048-85BDC9FD1C3A}</a:tableStyleId>
              </a:tblPr>
              <a:tblGrid>
                <a:gridCol w="855216">
                  <a:extLst>
                    <a:ext uri="{9D8B030D-6E8A-4147-A177-3AD203B41FA5}">
                      <a16:colId xmlns:a16="http://schemas.microsoft.com/office/drawing/2014/main" val="57927336"/>
                    </a:ext>
                  </a:extLst>
                </a:gridCol>
                <a:gridCol w="1016000">
                  <a:extLst>
                    <a:ext uri="{9D8B030D-6E8A-4147-A177-3AD203B41FA5}">
                      <a16:colId xmlns:a16="http://schemas.microsoft.com/office/drawing/2014/main" val="190916016"/>
                    </a:ext>
                  </a:extLst>
                </a:gridCol>
                <a:gridCol w="1016000">
                  <a:extLst>
                    <a:ext uri="{9D8B030D-6E8A-4147-A177-3AD203B41FA5}">
                      <a16:colId xmlns:a16="http://schemas.microsoft.com/office/drawing/2014/main" val="2667936010"/>
                    </a:ext>
                  </a:extLst>
                </a:gridCol>
                <a:gridCol w="1016000">
                  <a:extLst>
                    <a:ext uri="{9D8B030D-6E8A-4147-A177-3AD203B41FA5}">
                      <a16:colId xmlns:a16="http://schemas.microsoft.com/office/drawing/2014/main" val="1115111199"/>
                    </a:ext>
                  </a:extLst>
                </a:gridCol>
                <a:gridCol w="1016000">
                  <a:extLst>
                    <a:ext uri="{9D8B030D-6E8A-4147-A177-3AD203B41FA5}">
                      <a16:colId xmlns:a16="http://schemas.microsoft.com/office/drawing/2014/main" val="4207779558"/>
                    </a:ext>
                  </a:extLst>
                </a:gridCol>
                <a:gridCol w="1016000">
                  <a:extLst>
                    <a:ext uri="{9D8B030D-6E8A-4147-A177-3AD203B41FA5}">
                      <a16:colId xmlns:a16="http://schemas.microsoft.com/office/drawing/2014/main" val="65510717"/>
                    </a:ext>
                  </a:extLst>
                </a:gridCol>
                <a:gridCol w="1016000">
                  <a:extLst>
                    <a:ext uri="{9D8B030D-6E8A-4147-A177-3AD203B41FA5}">
                      <a16:colId xmlns:a16="http://schemas.microsoft.com/office/drawing/2014/main" val="2596022809"/>
                    </a:ext>
                  </a:extLst>
                </a:gridCol>
                <a:gridCol w="1016000">
                  <a:extLst>
                    <a:ext uri="{9D8B030D-6E8A-4147-A177-3AD203B41FA5}">
                      <a16:colId xmlns:a16="http://schemas.microsoft.com/office/drawing/2014/main" val="1354481555"/>
                    </a:ext>
                  </a:extLst>
                </a:gridCol>
              </a:tblGrid>
              <a:tr h="370840">
                <a:tc>
                  <a:txBody>
                    <a:bodyPr/>
                    <a:lstStyle/>
                    <a:p>
                      <a:r>
                        <a:rPr lang="en-IN" dirty="0"/>
                        <a:t>Index</a:t>
                      </a:r>
                    </a:p>
                  </a:txBody>
                  <a:tcPr/>
                </a:tc>
                <a:tc>
                  <a:txBody>
                    <a:bodyPr/>
                    <a:lstStyle/>
                    <a:p>
                      <a:r>
                        <a:rPr lang="en-IN" dirty="0"/>
                        <a:t>0</a:t>
                      </a:r>
                    </a:p>
                  </a:txBody>
                  <a:tcPr/>
                </a:tc>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tc>
                  <a:txBody>
                    <a:bodyPr/>
                    <a:lstStyle/>
                    <a:p>
                      <a:r>
                        <a:rPr lang="en-IN" dirty="0"/>
                        <a:t>5</a:t>
                      </a:r>
                    </a:p>
                  </a:txBody>
                  <a:tcPr/>
                </a:tc>
                <a:tc>
                  <a:txBody>
                    <a:bodyPr/>
                    <a:lstStyle/>
                    <a:p>
                      <a:r>
                        <a:rPr lang="en-IN" dirty="0"/>
                        <a:t>Temp</a:t>
                      </a:r>
                    </a:p>
                  </a:txBody>
                  <a:tcPr/>
                </a:tc>
                <a:extLst>
                  <a:ext uri="{0D108BD9-81ED-4DB2-BD59-A6C34878D82A}">
                    <a16:rowId xmlns:a16="http://schemas.microsoft.com/office/drawing/2014/main" val="803638009"/>
                  </a:ext>
                </a:extLst>
              </a:tr>
              <a:tr h="370840">
                <a:tc>
                  <a:txBody>
                    <a:bodyPr/>
                    <a:lstStyle/>
                    <a:p>
                      <a:r>
                        <a:rPr lang="en-IN" dirty="0"/>
                        <a:t>Value</a:t>
                      </a:r>
                    </a:p>
                  </a:txBody>
                  <a:tcPr/>
                </a:tc>
                <a:tc>
                  <a:txBody>
                    <a:bodyPr/>
                    <a:lstStyle/>
                    <a:p>
                      <a:r>
                        <a:rPr lang="en-IN" dirty="0"/>
                        <a:t>5</a:t>
                      </a:r>
                    </a:p>
                  </a:txBody>
                  <a:tcPr>
                    <a:solidFill>
                      <a:schemeClr val="accent4"/>
                    </a:solidFill>
                  </a:tcPr>
                </a:tc>
                <a:tc>
                  <a:txBody>
                    <a:bodyPr/>
                    <a:lstStyle/>
                    <a:p>
                      <a:r>
                        <a:rPr lang="en-IN" dirty="0"/>
                        <a:t>4</a:t>
                      </a:r>
                    </a:p>
                  </a:txBody>
                  <a:tcPr>
                    <a:solidFill>
                      <a:srgbClr val="C00000"/>
                    </a:solidFill>
                  </a:tcPr>
                </a:tc>
                <a:tc>
                  <a:txBody>
                    <a:bodyPr/>
                    <a:lstStyle/>
                    <a:p>
                      <a:r>
                        <a:rPr lang="en-IN" dirty="0"/>
                        <a:t>10</a:t>
                      </a:r>
                    </a:p>
                  </a:txBody>
                  <a:tcPr>
                    <a:solidFill>
                      <a:srgbClr val="C00000"/>
                    </a:solidFill>
                  </a:tcPr>
                </a:tc>
                <a:tc>
                  <a:txBody>
                    <a:bodyPr/>
                    <a:lstStyle/>
                    <a:p>
                      <a:r>
                        <a:rPr lang="en-IN" dirty="0"/>
                        <a:t>1</a:t>
                      </a:r>
                    </a:p>
                  </a:txBody>
                  <a:tcPr>
                    <a:solidFill>
                      <a:srgbClr val="C00000"/>
                    </a:solidFill>
                  </a:tcPr>
                </a:tc>
                <a:tc>
                  <a:txBody>
                    <a:bodyPr/>
                    <a:lstStyle/>
                    <a:p>
                      <a:r>
                        <a:rPr lang="en-IN" dirty="0"/>
                        <a:t>6</a:t>
                      </a:r>
                    </a:p>
                  </a:txBody>
                  <a:tcPr>
                    <a:solidFill>
                      <a:srgbClr val="C00000"/>
                    </a:solidFill>
                  </a:tcPr>
                </a:tc>
                <a:tc>
                  <a:txBody>
                    <a:bodyPr/>
                    <a:lstStyle/>
                    <a:p>
                      <a:r>
                        <a:rPr lang="en-IN" dirty="0"/>
                        <a:t>2</a:t>
                      </a:r>
                    </a:p>
                  </a:txBody>
                  <a:tcPr>
                    <a:solidFill>
                      <a:srgbClr val="C00000"/>
                    </a:solidFill>
                  </a:tcPr>
                </a:tc>
                <a:tc>
                  <a:txBody>
                    <a:bodyPr/>
                    <a:lstStyle/>
                    <a:p>
                      <a:r>
                        <a:rPr lang="en-IN" dirty="0"/>
                        <a:t>-</a:t>
                      </a:r>
                    </a:p>
                  </a:txBody>
                  <a:tcPr>
                    <a:solidFill>
                      <a:srgbClr val="C00000"/>
                    </a:solidFill>
                  </a:tcPr>
                </a:tc>
                <a:extLst>
                  <a:ext uri="{0D108BD9-81ED-4DB2-BD59-A6C34878D82A}">
                    <a16:rowId xmlns:a16="http://schemas.microsoft.com/office/drawing/2014/main" val="453849961"/>
                  </a:ext>
                </a:extLst>
              </a:tr>
              <a:tr h="370840">
                <a:tc>
                  <a:txBody>
                    <a:bodyPr/>
                    <a:lstStyle/>
                    <a:p>
                      <a:r>
                        <a:rPr lang="en-IN" dirty="0"/>
                        <a:t>0</a:t>
                      </a:r>
                    </a:p>
                  </a:txBody>
                  <a:tcPr/>
                </a:tc>
                <a:tc>
                  <a:txBody>
                    <a:bodyPr/>
                    <a:lstStyle/>
                    <a:p>
                      <a:r>
                        <a:rPr lang="en-IN" dirty="0"/>
                        <a:t>4</a:t>
                      </a:r>
                    </a:p>
                  </a:txBody>
                  <a:tcPr>
                    <a:solidFill>
                      <a:schemeClr val="accent4"/>
                    </a:solidFill>
                  </a:tcPr>
                </a:tc>
                <a:tc>
                  <a:txBody>
                    <a:bodyPr/>
                    <a:lstStyle/>
                    <a:p>
                      <a:r>
                        <a:rPr lang="en-IN" dirty="0">
                          <a:solidFill>
                            <a:schemeClr val="accent5"/>
                          </a:solidFill>
                        </a:rPr>
                        <a:t>5</a:t>
                      </a:r>
                    </a:p>
                  </a:txBody>
                  <a:tcPr>
                    <a:solidFill>
                      <a:schemeClr val="accent4"/>
                    </a:solidFill>
                  </a:tcPr>
                </a:tc>
                <a:tc>
                  <a:txBody>
                    <a:bodyPr/>
                    <a:lstStyle/>
                    <a:p>
                      <a:r>
                        <a:rPr lang="en-IN" dirty="0"/>
                        <a:t>10</a:t>
                      </a:r>
                    </a:p>
                  </a:txBody>
                  <a:tcPr>
                    <a:solidFill>
                      <a:srgbClr val="C00000"/>
                    </a:solidFill>
                  </a:tcPr>
                </a:tc>
                <a:tc>
                  <a:txBody>
                    <a:bodyPr/>
                    <a:lstStyle/>
                    <a:p>
                      <a:r>
                        <a:rPr lang="en-IN" dirty="0"/>
                        <a:t>1</a:t>
                      </a:r>
                    </a:p>
                  </a:txBody>
                  <a:tcPr>
                    <a:solidFill>
                      <a:srgbClr val="C00000"/>
                    </a:solidFill>
                  </a:tcPr>
                </a:tc>
                <a:tc>
                  <a:txBody>
                    <a:bodyPr/>
                    <a:lstStyle/>
                    <a:p>
                      <a:r>
                        <a:rPr lang="en-IN" dirty="0"/>
                        <a:t>6</a:t>
                      </a:r>
                    </a:p>
                  </a:txBody>
                  <a:tcPr>
                    <a:solidFill>
                      <a:srgbClr val="C00000"/>
                    </a:solidFill>
                  </a:tcPr>
                </a:tc>
                <a:tc>
                  <a:txBody>
                    <a:bodyPr/>
                    <a:lstStyle/>
                    <a:p>
                      <a:r>
                        <a:rPr lang="en-IN" dirty="0"/>
                        <a:t>2</a:t>
                      </a:r>
                    </a:p>
                  </a:txBody>
                  <a:tcPr>
                    <a:solidFill>
                      <a:srgbClr val="C00000"/>
                    </a:solidFill>
                  </a:tcPr>
                </a:tc>
                <a:tc>
                  <a:txBody>
                    <a:bodyPr/>
                    <a:lstStyle/>
                    <a:p>
                      <a:r>
                        <a:rPr lang="en-IN" dirty="0"/>
                        <a:t>4</a:t>
                      </a:r>
                    </a:p>
                  </a:txBody>
                  <a:tcPr/>
                </a:tc>
                <a:extLst>
                  <a:ext uri="{0D108BD9-81ED-4DB2-BD59-A6C34878D82A}">
                    <a16:rowId xmlns:a16="http://schemas.microsoft.com/office/drawing/2014/main" val="2554292341"/>
                  </a:ext>
                </a:extLst>
              </a:tr>
              <a:tr h="370840">
                <a:tc>
                  <a:txBody>
                    <a:bodyPr/>
                    <a:lstStyle/>
                    <a:p>
                      <a:r>
                        <a:rPr lang="en-IN" dirty="0"/>
                        <a:t>1`</a:t>
                      </a:r>
                    </a:p>
                  </a:txBody>
                  <a:tcPr/>
                </a:tc>
                <a:tc>
                  <a:txBody>
                    <a:bodyPr/>
                    <a:lstStyle/>
                    <a:p>
                      <a:r>
                        <a:rPr lang="en-IN" dirty="0"/>
                        <a:t>4</a:t>
                      </a:r>
                    </a:p>
                  </a:txBody>
                  <a:tcPr>
                    <a:solidFill>
                      <a:schemeClr val="accent4"/>
                    </a:solidFill>
                  </a:tcPr>
                </a:tc>
                <a:tc>
                  <a:txBody>
                    <a:bodyPr/>
                    <a:lstStyle/>
                    <a:p>
                      <a:r>
                        <a:rPr lang="en-IN" dirty="0"/>
                        <a:t>5</a:t>
                      </a:r>
                    </a:p>
                  </a:txBody>
                  <a:tcPr>
                    <a:solidFill>
                      <a:schemeClr val="accent4"/>
                    </a:solidFill>
                  </a:tcPr>
                </a:tc>
                <a:tc>
                  <a:txBody>
                    <a:bodyPr/>
                    <a:lstStyle/>
                    <a:p>
                      <a:r>
                        <a:rPr lang="en-IN" dirty="0">
                          <a:solidFill>
                            <a:schemeClr val="accent5"/>
                          </a:solidFill>
                        </a:rPr>
                        <a:t>10</a:t>
                      </a:r>
                    </a:p>
                  </a:txBody>
                  <a:tcPr>
                    <a:solidFill>
                      <a:schemeClr val="accent4"/>
                    </a:solidFill>
                  </a:tcPr>
                </a:tc>
                <a:tc>
                  <a:txBody>
                    <a:bodyPr/>
                    <a:lstStyle/>
                    <a:p>
                      <a:r>
                        <a:rPr lang="en-IN" dirty="0"/>
                        <a:t>1</a:t>
                      </a:r>
                    </a:p>
                  </a:txBody>
                  <a:tcPr>
                    <a:solidFill>
                      <a:srgbClr val="C00000"/>
                    </a:solidFill>
                  </a:tcPr>
                </a:tc>
                <a:tc>
                  <a:txBody>
                    <a:bodyPr/>
                    <a:lstStyle/>
                    <a:p>
                      <a:r>
                        <a:rPr lang="en-IN" dirty="0"/>
                        <a:t>6</a:t>
                      </a:r>
                    </a:p>
                  </a:txBody>
                  <a:tcPr>
                    <a:solidFill>
                      <a:srgbClr val="C00000"/>
                    </a:solidFill>
                  </a:tcPr>
                </a:tc>
                <a:tc>
                  <a:txBody>
                    <a:bodyPr/>
                    <a:lstStyle/>
                    <a:p>
                      <a:r>
                        <a:rPr lang="en-IN" dirty="0"/>
                        <a:t>2</a:t>
                      </a:r>
                    </a:p>
                  </a:txBody>
                  <a:tcPr>
                    <a:solidFill>
                      <a:srgbClr val="C00000"/>
                    </a:solidFill>
                  </a:tcPr>
                </a:tc>
                <a:tc>
                  <a:txBody>
                    <a:bodyPr/>
                    <a:lstStyle/>
                    <a:p>
                      <a:r>
                        <a:rPr lang="en-IN" dirty="0"/>
                        <a:t>10</a:t>
                      </a:r>
                    </a:p>
                  </a:txBody>
                  <a:tcPr/>
                </a:tc>
                <a:extLst>
                  <a:ext uri="{0D108BD9-81ED-4DB2-BD59-A6C34878D82A}">
                    <a16:rowId xmlns:a16="http://schemas.microsoft.com/office/drawing/2014/main" val="1663729199"/>
                  </a:ext>
                </a:extLst>
              </a:tr>
              <a:tr h="370840">
                <a:tc>
                  <a:txBody>
                    <a:bodyPr/>
                    <a:lstStyle/>
                    <a:p>
                      <a:r>
                        <a:rPr lang="en-IN" dirty="0"/>
                        <a:t>2</a:t>
                      </a:r>
                    </a:p>
                  </a:txBody>
                  <a:tcPr/>
                </a:tc>
                <a:tc>
                  <a:txBody>
                    <a:bodyPr/>
                    <a:lstStyle/>
                    <a:p>
                      <a:r>
                        <a:rPr lang="en-IN" dirty="0"/>
                        <a:t>1</a:t>
                      </a:r>
                    </a:p>
                  </a:txBody>
                  <a:tcPr>
                    <a:solidFill>
                      <a:schemeClr val="accent4"/>
                    </a:solidFill>
                  </a:tcPr>
                </a:tc>
                <a:tc>
                  <a:txBody>
                    <a:bodyPr/>
                    <a:lstStyle/>
                    <a:p>
                      <a:r>
                        <a:rPr lang="en-IN" dirty="0">
                          <a:solidFill>
                            <a:schemeClr val="accent5"/>
                          </a:solidFill>
                        </a:rPr>
                        <a:t>4</a:t>
                      </a:r>
                    </a:p>
                  </a:txBody>
                  <a:tcPr>
                    <a:solidFill>
                      <a:schemeClr val="accent4"/>
                    </a:solidFill>
                  </a:tcPr>
                </a:tc>
                <a:tc>
                  <a:txBody>
                    <a:bodyPr/>
                    <a:lstStyle/>
                    <a:p>
                      <a:r>
                        <a:rPr lang="en-IN" dirty="0">
                          <a:solidFill>
                            <a:schemeClr val="accent5"/>
                          </a:solidFill>
                        </a:rPr>
                        <a:t>5</a:t>
                      </a:r>
                    </a:p>
                  </a:txBody>
                  <a:tcPr>
                    <a:solidFill>
                      <a:schemeClr val="accent4"/>
                    </a:solidFill>
                  </a:tcPr>
                </a:tc>
                <a:tc>
                  <a:txBody>
                    <a:bodyPr/>
                    <a:lstStyle/>
                    <a:p>
                      <a:r>
                        <a:rPr lang="en-IN" dirty="0">
                          <a:solidFill>
                            <a:schemeClr val="accent5"/>
                          </a:solidFill>
                        </a:rPr>
                        <a:t>10</a:t>
                      </a:r>
                    </a:p>
                  </a:txBody>
                  <a:tcPr>
                    <a:solidFill>
                      <a:schemeClr val="accent4"/>
                    </a:solidFill>
                  </a:tcPr>
                </a:tc>
                <a:tc>
                  <a:txBody>
                    <a:bodyPr/>
                    <a:lstStyle/>
                    <a:p>
                      <a:r>
                        <a:rPr lang="en-IN" dirty="0"/>
                        <a:t>6</a:t>
                      </a:r>
                    </a:p>
                  </a:txBody>
                  <a:tcPr>
                    <a:solidFill>
                      <a:srgbClr val="C00000"/>
                    </a:solidFill>
                  </a:tcPr>
                </a:tc>
                <a:tc>
                  <a:txBody>
                    <a:bodyPr/>
                    <a:lstStyle/>
                    <a:p>
                      <a:r>
                        <a:rPr lang="en-IN" dirty="0"/>
                        <a:t>2</a:t>
                      </a:r>
                    </a:p>
                  </a:txBody>
                  <a:tcPr>
                    <a:solidFill>
                      <a:srgbClr val="C00000"/>
                    </a:solidFill>
                  </a:tcPr>
                </a:tc>
                <a:tc>
                  <a:txBody>
                    <a:bodyPr/>
                    <a:lstStyle/>
                    <a:p>
                      <a:r>
                        <a:rPr lang="en-IN" dirty="0"/>
                        <a:t>1</a:t>
                      </a:r>
                    </a:p>
                  </a:txBody>
                  <a:tcPr/>
                </a:tc>
                <a:extLst>
                  <a:ext uri="{0D108BD9-81ED-4DB2-BD59-A6C34878D82A}">
                    <a16:rowId xmlns:a16="http://schemas.microsoft.com/office/drawing/2014/main" val="3390100651"/>
                  </a:ext>
                </a:extLst>
              </a:tr>
              <a:tr h="370840">
                <a:tc>
                  <a:txBody>
                    <a:bodyPr/>
                    <a:lstStyle/>
                    <a:p>
                      <a:r>
                        <a:rPr lang="en-IN" dirty="0"/>
                        <a:t>3</a:t>
                      </a:r>
                    </a:p>
                  </a:txBody>
                  <a:tcPr/>
                </a:tc>
                <a:tc>
                  <a:txBody>
                    <a:bodyPr/>
                    <a:lstStyle/>
                    <a:p>
                      <a:r>
                        <a:rPr lang="en-IN" dirty="0"/>
                        <a:t>1</a:t>
                      </a:r>
                    </a:p>
                  </a:txBody>
                  <a:tcPr>
                    <a:solidFill>
                      <a:schemeClr val="accent4"/>
                    </a:solidFill>
                  </a:tcPr>
                </a:tc>
                <a:tc>
                  <a:txBody>
                    <a:bodyPr/>
                    <a:lstStyle/>
                    <a:p>
                      <a:r>
                        <a:rPr lang="en-IN" dirty="0">
                          <a:solidFill>
                            <a:schemeClr val="accent5"/>
                          </a:solidFill>
                        </a:rPr>
                        <a:t>4</a:t>
                      </a:r>
                    </a:p>
                  </a:txBody>
                  <a:tcPr>
                    <a:solidFill>
                      <a:schemeClr val="accent4"/>
                    </a:solidFill>
                  </a:tcPr>
                </a:tc>
                <a:tc>
                  <a:txBody>
                    <a:bodyPr/>
                    <a:lstStyle/>
                    <a:p>
                      <a:r>
                        <a:rPr lang="en-IN" dirty="0">
                          <a:solidFill>
                            <a:schemeClr val="accent5"/>
                          </a:solidFill>
                        </a:rPr>
                        <a:t>5</a:t>
                      </a:r>
                    </a:p>
                  </a:txBody>
                  <a:tcPr>
                    <a:solidFill>
                      <a:schemeClr val="accent4"/>
                    </a:solidFill>
                  </a:tcPr>
                </a:tc>
                <a:tc>
                  <a:txBody>
                    <a:bodyPr/>
                    <a:lstStyle/>
                    <a:p>
                      <a:r>
                        <a:rPr lang="en-IN" dirty="0"/>
                        <a:t>6</a:t>
                      </a:r>
                    </a:p>
                  </a:txBody>
                  <a:tcPr>
                    <a:solidFill>
                      <a:schemeClr val="accent4"/>
                    </a:solidFill>
                  </a:tcPr>
                </a:tc>
                <a:tc>
                  <a:txBody>
                    <a:bodyPr/>
                    <a:lstStyle/>
                    <a:p>
                      <a:r>
                        <a:rPr lang="en-IN" dirty="0">
                          <a:solidFill>
                            <a:schemeClr val="accent5"/>
                          </a:solidFill>
                        </a:rPr>
                        <a:t>10</a:t>
                      </a:r>
                    </a:p>
                  </a:txBody>
                  <a:tcPr>
                    <a:solidFill>
                      <a:schemeClr val="accent4"/>
                    </a:solidFill>
                  </a:tcPr>
                </a:tc>
                <a:tc>
                  <a:txBody>
                    <a:bodyPr/>
                    <a:lstStyle/>
                    <a:p>
                      <a:r>
                        <a:rPr lang="en-IN" dirty="0"/>
                        <a:t>2</a:t>
                      </a:r>
                    </a:p>
                  </a:txBody>
                  <a:tcPr>
                    <a:solidFill>
                      <a:srgbClr val="C00000"/>
                    </a:solidFill>
                  </a:tcPr>
                </a:tc>
                <a:tc>
                  <a:txBody>
                    <a:bodyPr/>
                    <a:lstStyle/>
                    <a:p>
                      <a:r>
                        <a:rPr lang="en-IN" dirty="0"/>
                        <a:t>6</a:t>
                      </a:r>
                    </a:p>
                  </a:txBody>
                  <a:tcPr/>
                </a:tc>
                <a:extLst>
                  <a:ext uri="{0D108BD9-81ED-4DB2-BD59-A6C34878D82A}">
                    <a16:rowId xmlns:a16="http://schemas.microsoft.com/office/drawing/2014/main" val="3852731512"/>
                  </a:ext>
                </a:extLst>
              </a:tr>
              <a:tr h="370840">
                <a:tc>
                  <a:txBody>
                    <a:bodyPr/>
                    <a:lstStyle/>
                    <a:p>
                      <a:r>
                        <a:rPr lang="en-IN" dirty="0"/>
                        <a:t>4</a:t>
                      </a:r>
                    </a:p>
                  </a:txBody>
                  <a:tcPr/>
                </a:tc>
                <a:tc>
                  <a:txBody>
                    <a:bodyPr/>
                    <a:lstStyle/>
                    <a:p>
                      <a:r>
                        <a:rPr lang="en-IN" dirty="0"/>
                        <a:t>1</a:t>
                      </a:r>
                    </a:p>
                  </a:txBody>
                  <a:tcPr>
                    <a:solidFill>
                      <a:schemeClr val="accent4"/>
                    </a:solidFill>
                  </a:tcPr>
                </a:tc>
                <a:tc>
                  <a:txBody>
                    <a:bodyPr/>
                    <a:lstStyle/>
                    <a:p>
                      <a:r>
                        <a:rPr lang="en-IN" dirty="0">
                          <a:solidFill>
                            <a:schemeClr val="accent5"/>
                          </a:solidFill>
                        </a:rPr>
                        <a:t>2</a:t>
                      </a:r>
                    </a:p>
                  </a:txBody>
                  <a:tcPr>
                    <a:solidFill>
                      <a:schemeClr val="accent4"/>
                    </a:solidFill>
                  </a:tcPr>
                </a:tc>
                <a:tc>
                  <a:txBody>
                    <a:bodyPr/>
                    <a:lstStyle/>
                    <a:p>
                      <a:r>
                        <a:rPr lang="en-IN" dirty="0">
                          <a:solidFill>
                            <a:schemeClr val="accent5"/>
                          </a:solidFill>
                        </a:rPr>
                        <a:t>4</a:t>
                      </a:r>
                    </a:p>
                  </a:txBody>
                  <a:tcPr>
                    <a:solidFill>
                      <a:schemeClr val="accent4"/>
                    </a:solidFill>
                  </a:tcPr>
                </a:tc>
                <a:tc>
                  <a:txBody>
                    <a:bodyPr/>
                    <a:lstStyle/>
                    <a:p>
                      <a:r>
                        <a:rPr lang="en-IN" dirty="0"/>
                        <a:t>5</a:t>
                      </a:r>
                    </a:p>
                  </a:txBody>
                  <a:tcPr>
                    <a:solidFill>
                      <a:schemeClr val="accent4"/>
                    </a:solidFill>
                  </a:tcPr>
                </a:tc>
                <a:tc>
                  <a:txBody>
                    <a:bodyPr/>
                    <a:lstStyle/>
                    <a:p>
                      <a:r>
                        <a:rPr lang="en-IN" dirty="0">
                          <a:solidFill>
                            <a:schemeClr val="accent5"/>
                          </a:solidFill>
                        </a:rPr>
                        <a:t>6</a:t>
                      </a:r>
                    </a:p>
                  </a:txBody>
                  <a:tcPr>
                    <a:solidFill>
                      <a:schemeClr val="accent4"/>
                    </a:solidFill>
                  </a:tcPr>
                </a:tc>
                <a:tc>
                  <a:txBody>
                    <a:bodyPr/>
                    <a:lstStyle/>
                    <a:p>
                      <a:r>
                        <a:rPr lang="en-IN" dirty="0"/>
                        <a:t>10</a:t>
                      </a:r>
                    </a:p>
                  </a:txBody>
                  <a:tcPr>
                    <a:solidFill>
                      <a:schemeClr val="accent4"/>
                    </a:solidFill>
                  </a:tcPr>
                </a:tc>
                <a:tc>
                  <a:txBody>
                    <a:bodyPr/>
                    <a:lstStyle/>
                    <a:p>
                      <a:r>
                        <a:rPr lang="en-IN" dirty="0"/>
                        <a:t>2</a:t>
                      </a:r>
                    </a:p>
                  </a:txBody>
                  <a:tcPr/>
                </a:tc>
                <a:extLst>
                  <a:ext uri="{0D108BD9-81ED-4DB2-BD59-A6C34878D82A}">
                    <a16:rowId xmlns:a16="http://schemas.microsoft.com/office/drawing/2014/main" val="3827186895"/>
                  </a:ext>
                </a:extLst>
              </a:tr>
            </a:tbl>
          </a:graphicData>
        </a:graphic>
      </p:graphicFrame>
      <p:pic>
        <p:nvPicPr>
          <p:cNvPr id="9" name="Picture 8">
            <a:extLst>
              <a:ext uri="{FF2B5EF4-FFF2-40B4-BE49-F238E27FC236}">
                <a16:creationId xmlns:a16="http://schemas.microsoft.com/office/drawing/2014/main" id="{1121AFFD-4A1B-6B7E-0840-223E5237A0E6}"/>
              </a:ext>
            </a:extLst>
          </p:cNvPr>
          <p:cNvPicPr>
            <a:picLocks noChangeAspect="1"/>
          </p:cNvPicPr>
          <p:nvPr/>
        </p:nvPicPr>
        <p:blipFill>
          <a:blip r:embed="rId4"/>
          <a:stretch>
            <a:fillRect/>
          </a:stretch>
        </p:blipFill>
        <p:spPr>
          <a:xfrm>
            <a:off x="8331777" y="3906356"/>
            <a:ext cx="3693066" cy="2343477"/>
          </a:xfrm>
          <a:prstGeom prst="rect">
            <a:avLst/>
          </a:prstGeom>
        </p:spPr>
      </p:pic>
    </p:spTree>
    <p:extLst>
      <p:ext uri="{BB962C8B-B14F-4D97-AF65-F5344CB8AC3E}">
        <p14:creationId xmlns:p14="http://schemas.microsoft.com/office/powerpoint/2010/main" val="9568355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E91C1-74AD-0E02-E123-2656D1BAB527}"/>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2BF673B6-8506-48A6-1AD2-688C75BE5641}"/>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7B5B0AA8-7C08-6E7B-DED2-D318833D83B0}"/>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A834A232-38BF-617D-DA12-76D2F3151019}"/>
              </a:ext>
            </a:extLst>
          </p:cNvPr>
          <p:cNvSpPr>
            <a:spLocks noGrp="1"/>
          </p:cNvSpPr>
          <p:nvPr>
            <p:ph type="sldNum" sz="quarter" idx="12"/>
          </p:nvPr>
        </p:nvSpPr>
        <p:spPr/>
        <p:txBody>
          <a:bodyPr/>
          <a:lstStyle/>
          <a:p>
            <a:fld id="{6EFE7C99-B088-4EBB-BFF6-BECCC96D5DD8}" type="slidenum">
              <a:rPr lang="en-US" smtClean="0"/>
              <a:pPr/>
              <a:t>8</a:t>
            </a:fld>
            <a:endParaRPr lang="en-US"/>
          </a:p>
        </p:txBody>
      </p:sp>
      <p:sp>
        <p:nvSpPr>
          <p:cNvPr id="10" name="TextBox 9">
            <a:extLst>
              <a:ext uri="{FF2B5EF4-FFF2-40B4-BE49-F238E27FC236}">
                <a16:creationId xmlns:a16="http://schemas.microsoft.com/office/drawing/2014/main" id="{B30B896F-1768-CEA4-38FD-CCCF2E9EE259}"/>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8EB18A05-21CF-0E17-07D6-F2D3E2BA81B9}"/>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5B2FA64A-150F-25AD-56A7-6E759FFEC133}"/>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BE480692-EAA7-F8FF-0702-A9DBA4AAD282}"/>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Linear Search</a:t>
              </a:r>
              <a:endParaRPr lang="en-US" sz="2000" dirty="0"/>
            </a:p>
          </p:txBody>
        </p:sp>
      </p:grpSp>
      <p:sp>
        <p:nvSpPr>
          <p:cNvPr id="16" name="Footer Placeholder 15">
            <a:extLst>
              <a:ext uri="{FF2B5EF4-FFF2-40B4-BE49-F238E27FC236}">
                <a16:creationId xmlns:a16="http://schemas.microsoft.com/office/drawing/2014/main" id="{375CB170-A45D-274A-7E7D-28E64E2F61EE}"/>
              </a:ext>
            </a:extLst>
          </p:cNvPr>
          <p:cNvSpPr>
            <a:spLocks noGrp="1"/>
          </p:cNvSpPr>
          <p:nvPr>
            <p:ph type="ftr" sz="quarter" idx="11"/>
          </p:nvPr>
        </p:nvSpPr>
        <p:spPr/>
        <p:txBody>
          <a:bodyPr/>
          <a:lstStyle/>
          <a:p>
            <a:r>
              <a:rPr lang="en-US"/>
              <a:t>Prof. Venkataramana Veeramsetty</a:t>
            </a:r>
          </a:p>
        </p:txBody>
      </p:sp>
      <p:sp>
        <p:nvSpPr>
          <p:cNvPr id="8" name="TextBox 7">
            <a:extLst>
              <a:ext uri="{FF2B5EF4-FFF2-40B4-BE49-F238E27FC236}">
                <a16:creationId xmlns:a16="http://schemas.microsoft.com/office/drawing/2014/main" id="{440C4F4D-EF34-2867-7281-D28EB719BAC9}"/>
              </a:ext>
            </a:extLst>
          </p:cNvPr>
          <p:cNvSpPr txBox="1"/>
          <p:nvPr/>
        </p:nvSpPr>
        <p:spPr>
          <a:xfrm>
            <a:off x="409575" y="1115110"/>
            <a:ext cx="11506200" cy="369332"/>
          </a:xfrm>
          <a:prstGeom prst="rect">
            <a:avLst/>
          </a:prstGeom>
          <a:noFill/>
        </p:spPr>
        <p:txBody>
          <a:bodyPr wrap="square">
            <a:spAutoFit/>
          </a:bodyPr>
          <a:lstStyle/>
          <a:p>
            <a:r>
              <a:rPr lang="en-US" b="0" i="0" dirty="0">
                <a:solidFill>
                  <a:srgbClr val="000000"/>
                </a:solidFill>
                <a:effectLst/>
                <a:latin typeface="Segoe UI" panose="020B0502040204020203" pitchFamily="34" charset="0"/>
              </a:rPr>
              <a:t>The Linear Search algorithm searches through an array and returns the index of the value it searches for.</a:t>
            </a:r>
            <a:endParaRPr lang="en-IN" dirty="0"/>
          </a:p>
        </p:txBody>
      </p:sp>
      <p:pic>
        <p:nvPicPr>
          <p:cNvPr id="12" name="Picture 11">
            <a:extLst>
              <a:ext uri="{FF2B5EF4-FFF2-40B4-BE49-F238E27FC236}">
                <a16:creationId xmlns:a16="http://schemas.microsoft.com/office/drawing/2014/main" id="{7045FAAE-C65D-2B7A-C8F0-FD23B05FFF54}"/>
              </a:ext>
            </a:extLst>
          </p:cNvPr>
          <p:cNvPicPr>
            <a:picLocks noChangeAspect="1"/>
          </p:cNvPicPr>
          <p:nvPr/>
        </p:nvPicPr>
        <p:blipFill>
          <a:blip r:embed="rId4"/>
          <a:stretch>
            <a:fillRect/>
          </a:stretch>
        </p:blipFill>
        <p:spPr>
          <a:xfrm>
            <a:off x="409575" y="1610258"/>
            <a:ext cx="8335538" cy="1552792"/>
          </a:xfrm>
          <a:prstGeom prst="rect">
            <a:avLst/>
          </a:prstGeom>
        </p:spPr>
      </p:pic>
      <p:sp>
        <p:nvSpPr>
          <p:cNvPr id="17" name="TextBox 16">
            <a:extLst>
              <a:ext uri="{FF2B5EF4-FFF2-40B4-BE49-F238E27FC236}">
                <a16:creationId xmlns:a16="http://schemas.microsoft.com/office/drawing/2014/main" id="{116257E1-636A-91B8-9D57-FAD705F443A1}"/>
              </a:ext>
            </a:extLst>
          </p:cNvPr>
          <p:cNvSpPr txBox="1"/>
          <p:nvPr/>
        </p:nvSpPr>
        <p:spPr>
          <a:xfrm>
            <a:off x="409575" y="3244334"/>
            <a:ext cx="6096000" cy="369332"/>
          </a:xfrm>
          <a:prstGeom prst="rect">
            <a:avLst/>
          </a:prstGeom>
          <a:noFill/>
        </p:spPr>
        <p:txBody>
          <a:bodyPr wrap="square">
            <a:spAutoFit/>
          </a:bodyPr>
          <a:lstStyle/>
          <a:p>
            <a:r>
              <a:rPr lang="en-US" b="1" i="0" dirty="0">
                <a:solidFill>
                  <a:srgbClr val="000000"/>
                </a:solidFill>
                <a:effectLst/>
                <a:latin typeface="Segoe UI" panose="020B0502040204020203" pitchFamily="34" charset="0"/>
              </a:rPr>
              <a:t>Step 1:</a:t>
            </a:r>
            <a:r>
              <a:rPr lang="en-US" b="0" i="0" dirty="0">
                <a:solidFill>
                  <a:srgbClr val="000000"/>
                </a:solidFill>
                <a:effectLst/>
                <a:latin typeface="Segoe UI" panose="020B0502040204020203" pitchFamily="34" charset="0"/>
              </a:rPr>
              <a:t> We start with an array of random values.</a:t>
            </a:r>
            <a:endParaRPr lang="en-IN" dirty="0"/>
          </a:p>
        </p:txBody>
      </p:sp>
      <p:pic>
        <p:nvPicPr>
          <p:cNvPr id="19" name="Picture 18">
            <a:extLst>
              <a:ext uri="{FF2B5EF4-FFF2-40B4-BE49-F238E27FC236}">
                <a16:creationId xmlns:a16="http://schemas.microsoft.com/office/drawing/2014/main" id="{DCCEFA51-4DD8-9838-58B5-CBEA3B271C88}"/>
              </a:ext>
            </a:extLst>
          </p:cNvPr>
          <p:cNvPicPr>
            <a:picLocks noChangeAspect="1"/>
          </p:cNvPicPr>
          <p:nvPr/>
        </p:nvPicPr>
        <p:blipFill>
          <a:blip r:embed="rId5"/>
          <a:stretch>
            <a:fillRect/>
          </a:stretch>
        </p:blipFill>
        <p:spPr>
          <a:xfrm>
            <a:off x="5581502" y="3209894"/>
            <a:ext cx="2114845" cy="438211"/>
          </a:xfrm>
          <a:prstGeom prst="rect">
            <a:avLst/>
          </a:prstGeom>
        </p:spPr>
      </p:pic>
      <p:sp>
        <p:nvSpPr>
          <p:cNvPr id="21" name="TextBox 20">
            <a:extLst>
              <a:ext uri="{FF2B5EF4-FFF2-40B4-BE49-F238E27FC236}">
                <a16:creationId xmlns:a16="http://schemas.microsoft.com/office/drawing/2014/main" id="{146B50B8-C7A9-3E06-C76C-1B401CA04C4D}"/>
              </a:ext>
            </a:extLst>
          </p:cNvPr>
          <p:cNvSpPr txBox="1"/>
          <p:nvPr/>
        </p:nvSpPr>
        <p:spPr>
          <a:xfrm>
            <a:off x="409575" y="3681943"/>
            <a:ext cx="7286772" cy="369332"/>
          </a:xfrm>
          <a:prstGeom prst="rect">
            <a:avLst/>
          </a:prstGeom>
          <a:noFill/>
        </p:spPr>
        <p:txBody>
          <a:bodyPr wrap="square">
            <a:spAutoFit/>
          </a:bodyPr>
          <a:lstStyle/>
          <a:p>
            <a:r>
              <a:rPr lang="en-US" b="1" i="0" dirty="0">
                <a:solidFill>
                  <a:srgbClr val="000000"/>
                </a:solidFill>
                <a:effectLst/>
                <a:latin typeface="Segoe UI" panose="020B0502040204020203" pitchFamily="34" charset="0"/>
              </a:rPr>
              <a:t>Step 2:</a:t>
            </a:r>
            <a:r>
              <a:rPr lang="en-US" b="0" i="0" dirty="0">
                <a:solidFill>
                  <a:srgbClr val="000000"/>
                </a:solidFill>
                <a:effectLst/>
                <a:latin typeface="Segoe UI" panose="020B0502040204020203" pitchFamily="34" charset="0"/>
              </a:rPr>
              <a:t> We look at the first value in the array, is it equal to 11?</a:t>
            </a:r>
            <a:endParaRPr lang="en-IN" dirty="0"/>
          </a:p>
        </p:txBody>
      </p:sp>
      <p:pic>
        <p:nvPicPr>
          <p:cNvPr id="23" name="Picture 22">
            <a:extLst>
              <a:ext uri="{FF2B5EF4-FFF2-40B4-BE49-F238E27FC236}">
                <a16:creationId xmlns:a16="http://schemas.microsoft.com/office/drawing/2014/main" id="{A3FEB72C-9E83-C75B-7503-04093359B873}"/>
              </a:ext>
            </a:extLst>
          </p:cNvPr>
          <p:cNvPicPr>
            <a:picLocks noChangeAspect="1"/>
          </p:cNvPicPr>
          <p:nvPr/>
        </p:nvPicPr>
        <p:blipFill>
          <a:blip r:embed="rId6"/>
          <a:stretch>
            <a:fillRect/>
          </a:stretch>
        </p:blipFill>
        <p:spPr>
          <a:xfrm>
            <a:off x="6786582" y="3733222"/>
            <a:ext cx="1819529" cy="266737"/>
          </a:xfrm>
          <a:prstGeom prst="rect">
            <a:avLst/>
          </a:prstGeom>
        </p:spPr>
      </p:pic>
      <p:sp>
        <p:nvSpPr>
          <p:cNvPr id="25" name="TextBox 24">
            <a:extLst>
              <a:ext uri="{FF2B5EF4-FFF2-40B4-BE49-F238E27FC236}">
                <a16:creationId xmlns:a16="http://schemas.microsoft.com/office/drawing/2014/main" id="{6FAD5525-73EC-1306-680E-FA4DC7D17D8E}"/>
              </a:ext>
            </a:extLst>
          </p:cNvPr>
          <p:cNvSpPr txBox="1"/>
          <p:nvPr/>
        </p:nvSpPr>
        <p:spPr>
          <a:xfrm>
            <a:off x="409575" y="3999959"/>
            <a:ext cx="10172700" cy="369332"/>
          </a:xfrm>
          <a:prstGeom prst="rect">
            <a:avLst/>
          </a:prstGeom>
          <a:noFill/>
        </p:spPr>
        <p:txBody>
          <a:bodyPr wrap="square">
            <a:spAutoFit/>
          </a:bodyPr>
          <a:lstStyle/>
          <a:p>
            <a:r>
              <a:rPr lang="en-US" b="1" i="0" dirty="0">
                <a:solidFill>
                  <a:srgbClr val="000000"/>
                </a:solidFill>
                <a:effectLst/>
                <a:latin typeface="Segoe UI" panose="020B0502040204020203" pitchFamily="34" charset="0"/>
              </a:rPr>
              <a:t>Step 3:</a:t>
            </a:r>
            <a:r>
              <a:rPr lang="en-US" b="0" i="0" dirty="0">
                <a:solidFill>
                  <a:srgbClr val="000000"/>
                </a:solidFill>
                <a:effectLst/>
                <a:latin typeface="Segoe UI" panose="020B0502040204020203" pitchFamily="34" charset="0"/>
              </a:rPr>
              <a:t> We move on to the next value at index 1, and compare it to 11 to see if it is equal.</a:t>
            </a:r>
            <a:endParaRPr lang="en-IN" dirty="0"/>
          </a:p>
        </p:txBody>
      </p:sp>
      <p:pic>
        <p:nvPicPr>
          <p:cNvPr id="27" name="Picture 26">
            <a:extLst>
              <a:ext uri="{FF2B5EF4-FFF2-40B4-BE49-F238E27FC236}">
                <a16:creationId xmlns:a16="http://schemas.microsoft.com/office/drawing/2014/main" id="{1C950021-8605-2748-AF9A-F268CA9651A8}"/>
              </a:ext>
            </a:extLst>
          </p:cNvPr>
          <p:cNvPicPr>
            <a:picLocks noChangeAspect="1"/>
          </p:cNvPicPr>
          <p:nvPr/>
        </p:nvPicPr>
        <p:blipFill>
          <a:blip r:embed="rId7"/>
          <a:stretch>
            <a:fillRect/>
          </a:stretch>
        </p:blipFill>
        <p:spPr>
          <a:xfrm>
            <a:off x="9486639" y="4046493"/>
            <a:ext cx="1867161" cy="276264"/>
          </a:xfrm>
          <a:prstGeom prst="rect">
            <a:avLst/>
          </a:prstGeom>
        </p:spPr>
      </p:pic>
      <p:sp>
        <p:nvSpPr>
          <p:cNvPr id="29" name="TextBox 28">
            <a:extLst>
              <a:ext uri="{FF2B5EF4-FFF2-40B4-BE49-F238E27FC236}">
                <a16:creationId xmlns:a16="http://schemas.microsoft.com/office/drawing/2014/main" id="{86A73664-5BE5-A114-C6D8-3E82E5EA982F}"/>
              </a:ext>
            </a:extLst>
          </p:cNvPr>
          <p:cNvSpPr txBox="1"/>
          <p:nvPr/>
        </p:nvSpPr>
        <p:spPr>
          <a:xfrm>
            <a:off x="409575" y="4369291"/>
            <a:ext cx="6096000" cy="369332"/>
          </a:xfrm>
          <a:prstGeom prst="rect">
            <a:avLst/>
          </a:prstGeom>
          <a:noFill/>
        </p:spPr>
        <p:txBody>
          <a:bodyPr wrap="square">
            <a:spAutoFit/>
          </a:bodyPr>
          <a:lstStyle/>
          <a:p>
            <a:r>
              <a:rPr lang="en-US" b="1" i="0" dirty="0">
                <a:solidFill>
                  <a:srgbClr val="000000"/>
                </a:solidFill>
                <a:effectLst/>
                <a:latin typeface="Segoe UI" panose="020B0502040204020203" pitchFamily="34" charset="0"/>
              </a:rPr>
              <a:t>Step 4:</a:t>
            </a:r>
            <a:r>
              <a:rPr lang="en-US" b="0" i="0" dirty="0">
                <a:solidFill>
                  <a:srgbClr val="000000"/>
                </a:solidFill>
                <a:effectLst/>
                <a:latin typeface="Segoe UI" panose="020B0502040204020203" pitchFamily="34" charset="0"/>
              </a:rPr>
              <a:t> We check the next value at index 2.</a:t>
            </a:r>
            <a:endParaRPr lang="en-IN" dirty="0"/>
          </a:p>
        </p:txBody>
      </p:sp>
      <p:pic>
        <p:nvPicPr>
          <p:cNvPr id="31" name="Picture 30">
            <a:extLst>
              <a:ext uri="{FF2B5EF4-FFF2-40B4-BE49-F238E27FC236}">
                <a16:creationId xmlns:a16="http://schemas.microsoft.com/office/drawing/2014/main" id="{1B06E7F2-27E2-9315-43E8-88947D10373D}"/>
              </a:ext>
            </a:extLst>
          </p:cNvPr>
          <p:cNvPicPr>
            <a:picLocks noChangeAspect="1"/>
          </p:cNvPicPr>
          <p:nvPr/>
        </p:nvPicPr>
        <p:blipFill>
          <a:blip r:embed="rId8"/>
          <a:stretch>
            <a:fillRect/>
          </a:stretch>
        </p:blipFill>
        <p:spPr>
          <a:xfrm>
            <a:off x="4776635" y="4369291"/>
            <a:ext cx="2181529" cy="581106"/>
          </a:xfrm>
          <a:prstGeom prst="rect">
            <a:avLst/>
          </a:prstGeom>
        </p:spPr>
      </p:pic>
      <p:sp>
        <p:nvSpPr>
          <p:cNvPr id="33" name="TextBox 32">
            <a:extLst>
              <a:ext uri="{FF2B5EF4-FFF2-40B4-BE49-F238E27FC236}">
                <a16:creationId xmlns:a16="http://schemas.microsoft.com/office/drawing/2014/main" id="{1AC327FB-8D78-5CFE-AA54-CBB7A241B9B7}"/>
              </a:ext>
            </a:extLst>
          </p:cNvPr>
          <p:cNvSpPr txBox="1"/>
          <p:nvPr/>
        </p:nvSpPr>
        <p:spPr>
          <a:xfrm>
            <a:off x="357339" y="4954394"/>
            <a:ext cx="8967636" cy="369332"/>
          </a:xfrm>
          <a:prstGeom prst="rect">
            <a:avLst/>
          </a:prstGeom>
          <a:noFill/>
        </p:spPr>
        <p:txBody>
          <a:bodyPr wrap="square">
            <a:spAutoFit/>
          </a:bodyPr>
          <a:lstStyle/>
          <a:p>
            <a:r>
              <a:rPr lang="en-US" b="1" i="0" dirty="0">
                <a:solidFill>
                  <a:srgbClr val="000000"/>
                </a:solidFill>
                <a:effectLst/>
                <a:latin typeface="Segoe UI" panose="020B0502040204020203" pitchFamily="34" charset="0"/>
              </a:rPr>
              <a:t>Step 5:</a:t>
            </a:r>
            <a:r>
              <a:rPr lang="en-US" b="0" i="0" dirty="0">
                <a:solidFill>
                  <a:srgbClr val="000000"/>
                </a:solidFill>
                <a:effectLst/>
                <a:latin typeface="Segoe UI" panose="020B0502040204020203" pitchFamily="34" charset="0"/>
              </a:rPr>
              <a:t> We move on to the next value at index 3. Is it equal to 11?</a:t>
            </a:r>
            <a:endParaRPr lang="en-IN" dirty="0"/>
          </a:p>
        </p:txBody>
      </p:sp>
      <p:pic>
        <p:nvPicPr>
          <p:cNvPr id="35" name="Picture 34">
            <a:extLst>
              <a:ext uri="{FF2B5EF4-FFF2-40B4-BE49-F238E27FC236}">
                <a16:creationId xmlns:a16="http://schemas.microsoft.com/office/drawing/2014/main" id="{E5CC3D6D-EEA1-DBB8-48FC-922690569563}"/>
              </a:ext>
            </a:extLst>
          </p:cNvPr>
          <p:cNvPicPr>
            <a:picLocks noChangeAspect="1"/>
          </p:cNvPicPr>
          <p:nvPr/>
        </p:nvPicPr>
        <p:blipFill>
          <a:blip r:embed="rId9"/>
          <a:stretch>
            <a:fillRect/>
          </a:stretch>
        </p:blipFill>
        <p:spPr>
          <a:xfrm>
            <a:off x="7117633" y="4888184"/>
            <a:ext cx="2152950" cy="504895"/>
          </a:xfrm>
          <a:prstGeom prst="rect">
            <a:avLst/>
          </a:prstGeom>
        </p:spPr>
      </p:pic>
      <p:sp>
        <p:nvSpPr>
          <p:cNvPr id="37" name="TextBox 36">
            <a:extLst>
              <a:ext uri="{FF2B5EF4-FFF2-40B4-BE49-F238E27FC236}">
                <a16:creationId xmlns:a16="http://schemas.microsoft.com/office/drawing/2014/main" id="{5333A518-1384-9A82-E31E-D76479B7F9DB}"/>
              </a:ext>
            </a:extLst>
          </p:cNvPr>
          <p:cNvSpPr txBox="1"/>
          <p:nvPr/>
        </p:nvSpPr>
        <p:spPr>
          <a:xfrm>
            <a:off x="8267700" y="5314249"/>
            <a:ext cx="3648075" cy="954107"/>
          </a:xfrm>
          <a:prstGeom prst="rect">
            <a:avLst/>
          </a:prstGeom>
          <a:noFill/>
        </p:spPr>
        <p:txBody>
          <a:bodyPr wrap="square">
            <a:spAutoFit/>
          </a:bodyPr>
          <a:lstStyle/>
          <a:p>
            <a:pPr algn="l">
              <a:buNone/>
            </a:pPr>
            <a:r>
              <a:rPr lang="en-US" sz="1400" b="0" i="0" dirty="0">
                <a:solidFill>
                  <a:srgbClr val="000000"/>
                </a:solidFill>
                <a:effectLst/>
                <a:latin typeface="Segoe UI" panose="020B0502040204020203" pitchFamily="34" charset="0"/>
              </a:rPr>
              <a:t>We have found it!</a:t>
            </a:r>
          </a:p>
          <a:p>
            <a:pPr algn="l">
              <a:buNone/>
            </a:pPr>
            <a:r>
              <a:rPr lang="en-US" sz="1400" b="0" i="0" dirty="0">
                <a:solidFill>
                  <a:srgbClr val="000000"/>
                </a:solidFill>
                <a:effectLst/>
                <a:latin typeface="Segoe UI" panose="020B0502040204020203" pitchFamily="34" charset="0"/>
              </a:rPr>
              <a:t>Value 11 is found at index 3.</a:t>
            </a:r>
          </a:p>
          <a:p>
            <a:pPr algn="l">
              <a:buNone/>
            </a:pPr>
            <a:r>
              <a:rPr lang="en-US" sz="1400" b="0" i="0" dirty="0">
                <a:solidFill>
                  <a:srgbClr val="000000"/>
                </a:solidFill>
                <a:effectLst/>
                <a:latin typeface="Segoe UI" panose="020B0502040204020203" pitchFamily="34" charset="0"/>
              </a:rPr>
              <a:t>Returning index position 3.</a:t>
            </a:r>
          </a:p>
          <a:p>
            <a:pPr algn="l">
              <a:buNone/>
            </a:pPr>
            <a:r>
              <a:rPr lang="en-US" sz="1400" b="0" i="0" dirty="0">
                <a:solidFill>
                  <a:srgbClr val="000000"/>
                </a:solidFill>
                <a:effectLst/>
                <a:latin typeface="Segoe UI" panose="020B0502040204020203" pitchFamily="34" charset="0"/>
              </a:rPr>
              <a:t>Linear Search is finished.</a:t>
            </a:r>
          </a:p>
        </p:txBody>
      </p:sp>
    </p:spTree>
    <p:extLst>
      <p:ext uri="{BB962C8B-B14F-4D97-AF65-F5344CB8AC3E}">
        <p14:creationId xmlns:p14="http://schemas.microsoft.com/office/powerpoint/2010/main" val="1127028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609E5-03A6-FEBB-BC9A-DDBEE850E068}"/>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F3540243-959D-ED5A-7B1A-87938FA12276}"/>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D35A4BAB-3E1C-71E3-C830-BC5CDB7EFDC2}"/>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55F4059E-72D5-16B7-AD2E-093A2416D65C}"/>
              </a:ext>
            </a:extLst>
          </p:cNvPr>
          <p:cNvSpPr>
            <a:spLocks noGrp="1"/>
          </p:cNvSpPr>
          <p:nvPr>
            <p:ph type="sldNum" sz="quarter" idx="12"/>
          </p:nvPr>
        </p:nvSpPr>
        <p:spPr/>
        <p:txBody>
          <a:bodyPr/>
          <a:lstStyle/>
          <a:p>
            <a:fld id="{6EFE7C99-B088-4EBB-BFF6-BECCC96D5DD8}" type="slidenum">
              <a:rPr lang="en-US" smtClean="0"/>
              <a:pPr/>
              <a:t>9</a:t>
            </a:fld>
            <a:endParaRPr lang="en-US"/>
          </a:p>
        </p:txBody>
      </p:sp>
      <p:sp>
        <p:nvSpPr>
          <p:cNvPr id="10" name="TextBox 9">
            <a:extLst>
              <a:ext uri="{FF2B5EF4-FFF2-40B4-BE49-F238E27FC236}">
                <a16:creationId xmlns:a16="http://schemas.microsoft.com/office/drawing/2014/main" id="{AD7F5A21-C654-F556-0E2C-7C54EEEC4BFA}"/>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B9D155D1-9F10-3BA7-DB67-A15659E906EF}"/>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D45423BE-CEC5-E24A-CD95-833A8075E8C3}"/>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F8152555-915E-AD73-812A-32A6A0D1B99D}"/>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Quicksort</a:t>
              </a:r>
              <a:endParaRPr lang="en-US" sz="2000" dirty="0"/>
            </a:p>
          </p:txBody>
        </p:sp>
      </p:grpSp>
      <p:sp>
        <p:nvSpPr>
          <p:cNvPr id="16" name="Footer Placeholder 15">
            <a:extLst>
              <a:ext uri="{FF2B5EF4-FFF2-40B4-BE49-F238E27FC236}">
                <a16:creationId xmlns:a16="http://schemas.microsoft.com/office/drawing/2014/main" id="{E7EB09A8-6A88-A657-0C55-3A8F7D1B76F1}"/>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F3AC391E-A35E-E881-4946-C0990BF48366}"/>
              </a:ext>
            </a:extLst>
          </p:cNvPr>
          <p:cNvSpPr txBox="1"/>
          <p:nvPr/>
        </p:nvSpPr>
        <p:spPr>
          <a:xfrm>
            <a:off x="317642" y="1200061"/>
            <a:ext cx="11512407" cy="646331"/>
          </a:xfrm>
          <a:prstGeom prst="rect">
            <a:avLst/>
          </a:prstGeom>
          <a:noFill/>
        </p:spPr>
        <p:txBody>
          <a:bodyPr wrap="square">
            <a:spAutoFit/>
          </a:bodyPr>
          <a:lstStyle/>
          <a:p>
            <a:r>
              <a:rPr lang="en-US" b="0" i="0" dirty="0">
                <a:solidFill>
                  <a:srgbClr val="000000"/>
                </a:solidFill>
                <a:effectLst/>
                <a:latin typeface="Segoe UI" panose="020B0502040204020203" pitchFamily="34" charset="0"/>
              </a:rPr>
              <a:t>The Quicksort algorithm takes an array of values, chooses one of the values as the 'pivot' element, and moves the other values so that lower values are on the left of the pivot element, and higher values are on the right of it.</a:t>
            </a:r>
            <a:endParaRPr lang="en-IN" dirty="0"/>
          </a:p>
        </p:txBody>
      </p:sp>
      <p:sp>
        <p:nvSpPr>
          <p:cNvPr id="11" name="TextBox 10">
            <a:extLst>
              <a:ext uri="{FF2B5EF4-FFF2-40B4-BE49-F238E27FC236}">
                <a16:creationId xmlns:a16="http://schemas.microsoft.com/office/drawing/2014/main" id="{44293EE7-A87E-0D12-EFBE-A042DC702445}"/>
              </a:ext>
            </a:extLst>
          </p:cNvPr>
          <p:cNvSpPr txBox="1"/>
          <p:nvPr/>
        </p:nvSpPr>
        <p:spPr>
          <a:xfrm>
            <a:off x="390525" y="2153353"/>
            <a:ext cx="11439524" cy="646331"/>
          </a:xfrm>
          <a:prstGeom prst="rect">
            <a:avLst/>
          </a:prstGeom>
          <a:noFill/>
        </p:spPr>
        <p:txBody>
          <a:bodyPr wrap="square">
            <a:spAutoFit/>
          </a:bodyPr>
          <a:lstStyle/>
          <a:p>
            <a:r>
              <a:rPr lang="en-US" b="0" i="0" dirty="0">
                <a:solidFill>
                  <a:srgbClr val="000000"/>
                </a:solidFill>
                <a:effectLst/>
                <a:latin typeface="Segoe UI" panose="020B0502040204020203" pitchFamily="34" charset="0"/>
              </a:rPr>
              <a:t>In this tutorial the last element of the array is chosen to be the pivot element, but we could also have chosen the first element of the array, or any element in the array really.</a:t>
            </a:r>
            <a:endParaRPr lang="en-IN" dirty="0"/>
          </a:p>
        </p:txBody>
      </p:sp>
      <p:pic>
        <p:nvPicPr>
          <p:cNvPr id="18" name="Picture 17">
            <a:extLst>
              <a:ext uri="{FF2B5EF4-FFF2-40B4-BE49-F238E27FC236}">
                <a16:creationId xmlns:a16="http://schemas.microsoft.com/office/drawing/2014/main" id="{F5A1A5BE-3BF3-039A-B190-6ACBFD0FD506}"/>
              </a:ext>
            </a:extLst>
          </p:cNvPr>
          <p:cNvPicPr>
            <a:picLocks noChangeAspect="1"/>
          </p:cNvPicPr>
          <p:nvPr/>
        </p:nvPicPr>
        <p:blipFill>
          <a:blip r:embed="rId4"/>
          <a:stretch>
            <a:fillRect/>
          </a:stretch>
        </p:blipFill>
        <p:spPr>
          <a:xfrm>
            <a:off x="580253" y="3243178"/>
            <a:ext cx="11060068" cy="1209844"/>
          </a:xfrm>
          <a:prstGeom prst="rect">
            <a:avLst/>
          </a:prstGeom>
        </p:spPr>
      </p:pic>
    </p:spTree>
    <p:extLst>
      <p:ext uri="{BB962C8B-B14F-4D97-AF65-F5344CB8AC3E}">
        <p14:creationId xmlns:p14="http://schemas.microsoft.com/office/powerpoint/2010/main" val="400462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45707-7F7A-791E-9D15-5F617CE6A252}"/>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E57DADBA-3888-99BE-AEC6-7F9F396B0ED3}"/>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3BCFA8D7-D954-4BDD-2D11-20FE1BFD6F16}"/>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A0814D4D-DB1C-3754-554F-805C208F72BA}"/>
              </a:ext>
            </a:extLst>
          </p:cNvPr>
          <p:cNvSpPr>
            <a:spLocks noGrp="1"/>
          </p:cNvSpPr>
          <p:nvPr>
            <p:ph type="sldNum" sz="quarter" idx="12"/>
          </p:nvPr>
        </p:nvSpPr>
        <p:spPr/>
        <p:txBody>
          <a:bodyPr/>
          <a:lstStyle/>
          <a:p>
            <a:fld id="{6EFE7C99-B088-4EBB-BFF6-BECCC96D5DD8}" type="slidenum">
              <a:rPr lang="en-US" smtClean="0"/>
              <a:pPr/>
              <a:t>10</a:t>
            </a:fld>
            <a:endParaRPr lang="en-US"/>
          </a:p>
        </p:txBody>
      </p:sp>
      <p:sp>
        <p:nvSpPr>
          <p:cNvPr id="10" name="TextBox 9">
            <a:extLst>
              <a:ext uri="{FF2B5EF4-FFF2-40B4-BE49-F238E27FC236}">
                <a16:creationId xmlns:a16="http://schemas.microsoft.com/office/drawing/2014/main" id="{07B37237-1F5A-04D1-E08C-728A726008C5}"/>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B052F7B3-52AA-62F5-9A95-64D7334D2670}"/>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CB0EED04-384D-C22F-6C8C-7E8407F390A6}"/>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1D92E81A-5E27-CA4C-B06E-E6B59DBBE2E5}"/>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Quick Sort</a:t>
              </a:r>
              <a:endParaRPr lang="en-US" sz="2000" dirty="0"/>
            </a:p>
          </p:txBody>
        </p:sp>
      </p:grpSp>
      <p:sp>
        <p:nvSpPr>
          <p:cNvPr id="16" name="Footer Placeholder 15">
            <a:extLst>
              <a:ext uri="{FF2B5EF4-FFF2-40B4-BE49-F238E27FC236}">
                <a16:creationId xmlns:a16="http://schemas.microsoft.com/office/drawing/2014/main" id="{2D2A9D38-C514-CF3C-506C-FCA677893DB7}"/>
              </a:ext>
            </a:extLst>
          </p:cNvPr>
          <p:cNvSpPr>
            <a:spLocks noGrp="1"/>
          </p:cNvSpPr>
          <p:nvPr>
            <p:ph type="ftr" sz="quarter" idx="11"/>
          </p:nvPr>
        </p:nvSpPr>
        <p:spPr/>
        <p:txBody>
          <a:bodyPr/>
          <a:lstStyle/>
          <a:p>
            <a:r>
              <a:rPr lang="en-US"/>
              <a:t>Prof. Venkataramana Veeramsetty</a:t>
            </a:r>
          </a:p>
        </p:txBody>
      </p:sp>
      <p:graphicFrame>
        <p:nvGraphicFramePr>
          <p:cNvPr id="9" name="Table 8">
            <a:extLst>
              <a:ext uri="{FF2B5EF4-FFF2-40B4-BE49-F238E27FC236}">
                <a16:creationId xmlns:a16="http://schemas.microsoft.com/office/drawing/2014/main" id="{A678D997-731F-9D7F-04A7-E1965465CB86}"/>
              </a:ext>
            </a:extLst>
          </p:cNvPr>
          <p:cNvGraphicFramePr>
            <a:graphicFrameLocks noGrp="1"/>
          </p:cNvGraphicFramePr>
          <p:nvPr>
            <p:extLst>
              <p:ext uri="{D42A27DB-BD31-4B8C-83A1-F6EECF244321}">
                <p14:modId xmlns:p14="http://schemas.microsoft.com/office/powerpoint/2010/main" val="3497300508"/>
              </p:ext>
            </p:extLst>
          </p:nvPr>
        </p:nvGraphicFramePr>
        <p:xfrm>
          <a:off x="1083074" y="1496922"/>
          <a:ext cx="10475650" cy="2728849"/>
        </p:xfrm>
        <a:graphic>
          <a:graphicData uri="http://schemas.openxmlformats.org/drawingml/2006/table">
            <a:tbl>
              <a:tblPr firstRow="1" bandRow="1">
                <a:tableStyleId>{5C22544A-7EE6-4342-B048-85BDC9FD1C3A}</a:tableStyleId>
              </a:tblPr>
              <a:tblGrid>
                <a:gridCol w="997298">
                  <a:extLst>
                    <a:ext uri="{9D8B030D-6E8A-4147-A177-3AD203B41FA5}">
                      <a16:colId xmlns:a16="http://schemas.microsoft.com/office/drawing/2014/main" val="57927336"/>
                    </a:ext>
                  </a:extLst>
                </a:gridCol>
                <a:gridCol w="1184794">
                  <a:extLst>
                    <a:ext uri="{9D8B030D-6E8A-4147-A177-3AD203B41FA5}">
                      <a16:colId xmlns:a16="http://schemas.microsoft.com/office/drawing/2014/main" val="190916016"/>
                    </a:ext>
                  </a:extLst>
                </a:gridCol>
                <a:gridCol w="1184794">
                  <a:extLst>
                    <a:ext uri="{9D8B030D-6E8A-4147-A177-3AD203B41FA5}">
                      <a16:colId xmlns:a16="http://schemas.microsoft.com/office/drawing/2014/main" val="2667936010"/>
                    </a:ext>
                  </a:extLst>
                </a:gridCol>
                <a:gridCol w="1184794">
                  <a:extLst>
                    <a:ext uri="{9D8B030D-6E8A-4147-A177-3AD203B41FA5}">
                      <a16:colId xmlns:a16="http://schemas.microsoft.com/office/drawing/2014/main" val="1115111199"/>
                    </a:ext>
                  </a:extLst>
                </a:gridCol>
                <a:gridCol w="1184794">
                  <a:extLst>
                    <a:ext uri="{9D8B030D-6E8A-4147-A177-3AD203B41FA5}">
                      <a16:colId xmlns:a16="http://schemas.microsoft.com/office/drawing/2014/main" val="4207779558"/>
                    </a:ext>
                  </a:extLst>
                </a:gridCol>
                <a:gridCol w="1184794">
                  <a:extLst>
                    <a:ext uri="{9D8B030D-6E8A-4147-A177-3AD203B41FA5}">
                      <a16:colId xmlns:a16="http://schemas.microsoft.com/office/drawing/2014/main" val="65510717"/>
                    </a:ext>
                  </a:extLst>
                </a:gridCol>
                <a:gridCol w="1184794">
                  <a:extLst>
                    <a:ext uri="{9D8B030D-6E8A-4147-A177-3AD203B41FA5}">
                      <a16:colId xmlns:a16="http://schemas.microsoft.com/office/drawing/2014/main" val="2596022809"/>
                    </a:ext>
                  </a:extLst>
                </a:gridCol>
                <a:gridCol w="1184794">
                  <a:extLst>
                    <a:ext uri="{9D8B030D-6E8A-4147-A177-3AD203B41FA5}">
                      <a16:colId xmlns:a16="http://schemas.microsoft.com/office/drawing/2014/main" val="1354481555"/>
                    </a:ext>
                  </a:extLst>
                </a:gridCol>
                <a:gridCol w="1184794">
                  <a:extLst>
                    <a:ext uri="{9D8B030D-6E8A-4147-A177-3AD203B41FA5}">
                      <a16:colId xmlns:a16="http://schemas.microsoft.com/office/drawing/2014/main" val="2388695274"/>
                    </a:ext>
                  </a:extLst>
                </a:gridCol>
              </a:tblGrid>
              <a:tr h="528425">
                <a:tc>
                  <a:txBody>
                    <a:bodyPr/>
                    <a:lstStyle/>
                    <a:p>
                      <a:r>
                        <a:rPr lang="en-IN" sz="1600" dirty="0">
                          <a:solidFill>
                            <a:schemeClr val="tx1"/>
                          </a:solidFill>
                        </a:rPr>
                        <a:t>Index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Pivot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Swap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3638009"/>
                  </a:ext>
                </a:extLst>
              </a:tr>
              <a:tr h="528425">
                <a:tc>
                  <a:txBody>
                    <a:bodyPr/>
                    <a:lstStyle/>
                    <a:p>
                      <a:r>
                        <a:rPr lang="en-IN" sz="1600" dirty="0">
                          <a:solidFill>
                            <a:schemeClr val="tx1"/>
                          </a:solidFill>
                        </a:rPr>
                        <a:t>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5 (Start)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2 (End)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3849961"/>
                  </a:ext>
                </a:extLst>
              </a:tr>
              <a:tr h="331471">
                <a:tc>
                  <a:txBody>
                    <a:bodyPr/>
                    <a:lstStyle/>
                    <a:p>
                      <a:r>
                        <a:rPr lang="en-IN" sz="1600" dirty="0">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10(Start)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2 (End)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sz="16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54292341"/>
                  </a:ext>
                </a:extLst>
              </a:tr>
              <a:tr h="331471">
                <a:tc>
                  <a:txBody>
                    <a:bodyPr/>
                    <a:lstStyle/>
                    <a:p>
                      <a:r>
                        <a:rPr lang="en-IN" sz="1600" dirty="0">
                          <a:solidFill>
                            <a:schemeClr val="tx1"/>
                          </a:solidFill>
                        </a:rPr>
                        <a:t>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2(Start)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10(End)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Yes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57159664"/>
                  </a:ext>
                </a:extLst>
              </a:tr>
              <a:tr h="422319">
                <a:tc>
                  <a:txBody>
                    <a:bodyPr/>
                    <a:lstStyle/>
                    <a:p>
                      <a:r>
                        <a:rPr lang="en-IN" sz="16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1(End)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6 (Start)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3729199"/>
                  </a:ext>
                </a:extLst>
              </a:tr>
              <a:tr h="528425">
                <a:tc>
                  <a:txBody>
                    <a:bodyPr/>
                    <a:lstStyle/>
                    <a:p>
                      <a:r>
                        <a:rPr lang="en-IN" sz="1600" dirty="0">
                          <a:solidFill>
                            <a:schemeClr val="tx1"/>
                          </a:solidFill>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5(End)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6 (Start)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IN" sz="1600" dirty="0">
                          <a:solidFill>
                            <a:schemeClr val="tx1"/>
                          </a:solidFill>
                        </a:rPr>
                        <a:t>Pivot to end index</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0100651"/>
                  </a:ext>
                </a:extLst>
              </a:tr>
            </a:tbl>
          </a:graphicData>
        </a:graphic>
      </p:graphicFrame>
      <p:sp>
        <p:nvSpPr>
          <p:cNvPr id="11" name="TextBox 10">
            <a:extLst>
              <a:ext uri="{FF2B5EF4-FFF2-40B4-BE49-F238E27FC236}">
                <a16:creationId xmlns:a16="http://schemas.microsoft.com/office/drawing/2014/main" id="{F4FC7E0F-8F21-92D8-A726-8C69DCD2451C}"/>
              </a:ext>
            </a:extLst>
          </p:cNvPr>
          <p:cNvSpPr txBox="1"/>
          <p:nvPr/>
        </p:nvSpPr>
        <p:spPr>
          <a:xfrm>
            <a:off x="1045900" y="4450949"/>
            <a:ext cx="10100199" cy="1384995"/>
          </a:xfrm>
          <a:prstGeom prst="rect">
            <a:avLst/>
          </a:prstGeom>
          <a:noFill/>
        </p:spPr>
        <p:txBody>
          <a:bodyPr wrap="square" rtlCol="0">
            <a:spAutoFit/>
          </a:bodyPr>
          <a:lstStyle/>
          <a:p>
            <a:r>
              <a:rPr lang="en-IN" sz="1200" dirty="0"/>
              <a:t>Start index moves right till it got values less than or equal to pivot</a:t>
            </a:r>
          </a:p>
          <a:p>
            <a:r>
              <a:rPr lang="en-IN" sz="1200" dirty="0"/>
              <a:t>End index moves left till it got values greater than pivot</a:t>
            </a:r>
          </a:p>
          <a:p>
            <a:r>
              <a:rPr lang="en-IN" sz="1200" dirty="0"/>
              <a:t>Do not Swap start and end (if start index &gt; end Index) and swap pivot element with end element</a:t>
            </a:r>
          </a:p>
          <a:p>
            <a:r>
              <a:rPr lang="en-IN" sz="1200" dirty="0"/>
              <a:t>Swap start and end (if start index &lt; end Index)</a:t>
            </a:r>
          </a:p>
          <a:p>
            <a:endParaRPr lang="en-IN" dirty="0"/>
          </a:p>
          <a:p>
            <a:endParaRPr lang="en-IN" dirty="0"/>
          </a:p>
        </p:txBody>
      </p:sp>
    </p:spTree>
    <p:extLst>
      <p:ext uri="{BB962C8B-B14F-4D97-AF65-F5344CB8AC3E}">
        <p14:creationId xmlns:p14="http://schemas.microsoft.com/office/powerpoint/2010/main" val="3967434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C0C92-61ED-B311-49DB-36717BFD14C6}"/>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5BF6AF26-D529-BD37-B563-D1A673E441D2}"/>
              </a:ext>
            </a:extLst>
          </p:cNvPr>
          <p:cNvPicPr>
            <a:picLocks noChangeAspect="1"/>
          </p:cNvPicPr>
          <p:nvPr/>
        </p:nvPicPr>
        <p:blipFill>
          <a:blip r:embed="rId3"/>
          <a:stretch>
            <a:fillRect/>
          </a:stretch>
        </p:blipFill>
        <p:spPr>
          <a:xfrm>
            <a:off x="317643" y="144259"/>
            <a:ext cx="1719435" cy="677445"/>
          </a:xfrm>
          <a:prstGeom prst="rect">
            <a:avLst/>
          </a:prstGeom>
        </p:spPr>
      </p:pic>
      <p:sp>
        <p:nvSpPr>
          <p:cNvPr id="13" name="Date Placeholder 12">
            <a:extLst>
              <a:ext uri="{FF2B5EF4-FFF2-40B4-BE49-F238E27FC236}">
                <a16:creationId xmlns:a16="http://schemas.microsoft.com/office/drawing/2014/main" id="{1CD768E2-8846-11D4-3B9F-8FF2E133C15D}"/>
              </a:ext>
            </a:extLst>
          </p:cNvPr>
          <p:cNvSpPr>
            <a:spLocks noGrp="1"/>
          </p:cNvSpPr>
          <p:nvPr>
            <p:ph type="dt" sz="half" idx="10"/>
          </p:nvPr>
        </p:nvSpPr>
        <p:spPr/>
        <p:txBody>
          <a:bodyPr/>
          <a:lstStyle/>
          <a:p>
            <a:fld id="{957F14D1-DE72-476D-8447-65A714EC83A2}" type="datetime1">
              <a:rPr lang="en-US" smtClean="0"/>
              <a:pPr/>
              <a:t>10/24/2025</a:t>
            </a:fld>
            <a:endParaRPr lang="en-US" dirty="0"/>
          </a:p>
        </p:txBody>
      </p:sp>
      <p:sp>
        <p:nvSpPr>
          <p:cNvPr id="15" name="Slide Number Placeholder 14">
            <a:extLst>
              <a:ext uri="{FF2B5EF4-FFF2-40B4-BE49-F238E27FC236}">
                <a16:creationId xmlns:a16="http://schemas.microsoft.com/office/drawing/2014/main" id="{05112FAC-583C-43F3-FEEF-4FE850ACD41D}"/>
              </a:ext>
            </a:extLst>
          </p:cNvPr>
          <p:cNvSpPr>
            <a:spLocks noGrp="1"/>
          </p:cNvSpPr>
          <p:nvPr>
            <p:ph type="sldNum" sz="quarter" idx="12"/>
          </p:nvPr>
        </p:nvSpPr>
        <p:spPr/>
        <p:txBody>
          <a:bodyPr/>
          <a:lstStyle/>
          <a:p>
            <a:fld id="{6EFE7C99-B088-4EBB-BFF6-BECCC96D5DD8}" type="slidenum">
              <a:rPr lang="en-US" smtClean="0"/>
              <a:pPr/>
              <a:t>11</a:t>
            </a:fld>
            <a:endParaRPr lang="en-US"/>
          </a:p>
        </p:txBody>
      </p:sp>
      <p:sp>
        <p:nvSpPr>
          <p:cNvPr id="10" name="TextBox 9">
            <a:extLst>
              <a:ext uri="{FF2B5EF4-FFF2-40B4-BE49-F238E27FC236}">
                <a16:creationId xmlns:a16="http://schemas.microsoft.com/office/drawing/2014/main" id="{D5421A2E-46AC-2AF8-457A-1C303023B7F4}"/>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AC1DF301-47F3-0D32-E186-8EA20A9E8CFD}"/>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4FC5CD25-63F7-0E48-BDD8-20C679AE1C3A}"/>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36C5BEE1-FE51-79E6-EE67-9ECBE3A2F031}"/>
                </a:ext>
              </a:extLst>
            </p:cNvPr>
            <p:cNvSpPr txBox="1"/>
            <p:nvPr/>
          </p:nvSpPr>
          <p:spPr>
            <a:xfrm>
              <a:off x="2394530" y="273031"/>
              <a:ext cx="9687560" cy="400110"/>
            </a:xfrm>
            <a:prstGeom prst="rect">
              <a:avLst/>
            </a:prstGeom>
            <a:grpFill/>
          </p:spPr>
          <p:txBody>
            <a:bodyPr wrap="square" rtlCol="0">
              <a:spAutoFit/>
            </a:bodyPr>
            <a:lstStyle/>
            <a:p>
              <a:pPr algn="ctr"/>
              <a:r>
                <a:rPr lang="en-US" sz="2000" b="1" dirty="0">
                  <a:solidFill>
                    <a:schemeClr val="bg1"/>
                  </a:solidFill>
                </a:rPr>
                <a:t>References</a:t>
              </a:r>
              <a:endParaRPr lang="en-US" sz="2000" dirty="0"/>
            </a:p>
          </p:txBody>
        </p:sp>
      </p:grpSp>
      <p:sp>
        <p:nvSpPr>
          <p:cNvPr id="16" name="Footer Placeholder 15">
            <a:extLst>
              <a:ext uri="{FF2B5EF4-FFF2-40B4-BE49-F238E27FC236}">
                <a16:creationId xmlns:a16="http://schemas.microsoft.com/office/drawing/2014/main" id="{483577D1-FDC8-849F-059B-E3C4050694C4}"/>
              </a:ext>
            </a:extLst>
          </p:cNvPr>
          <p:cNvSpPr>
            <a:spLocks noGrp="1"/>
          </p:cNvSpPr>
          <p:nvPr>
            <p:ph type="ftr" sz="quarter" idx="11"/>
          </p:nvPr>
        </p:nvSpPr>
        <p:spPr/>
        <p:txBody>
          <a:bodyPr/>
          <a:lstStyle/>
          <a:p>
            <a:r>
              <a:rPr lang="en-US"/>
              <a:t>Prof. Venkataramana Veeramsetty</a:t>
            </a:r>
          </a:p>
        </p:txBody>
      </p:sp>
      <p:sp>
        <p:nvSpPr>
          <p:cNvPr id="6" name="TextBox 5">
            <a:extLst>
              <a:ext uri="{FF2B5EF4-FFF2-40B4-BE49-F238E27FC236}">
                <a16:creationId xmlns:a16="http://schemas.microsoft.com/office/drawing/2014/main" id="{918D5F92-EB67-F679-9010-7F62FF7F7AD3}"/>
              </a:ext>
            </a:extLst>
          </p:cNvPr>
          <p:cNvSpPr txBox="1"/>
          <p:nvPr/>
        </p:nvSpPr>
        <p:spPr>
          <a:xfrm>
            <a:off x="534139" y="1465685"/>
            <a:ext cx="11424081" cy="923330"/>
          </a:xfrm>
          <a:prstGeom prst="rect">
            <a:avLst/>
          </a:prstGeom>
          <a:noFill/>
        </p:spPr>
        <p:txBody>
          <a:bodyPr wrap="square">
            <a:spAutoFit/>
          </a:bodyPr>
          <a:lstStyle/>
          <a:p>
            <a:r>
              <a:rPr lang="en-IN" dirty="0">
                <a:hlinkClick r:id="rId4"/>
              </a:rPr>
              <a:t>https://workat.tech/problem-solving/tutorial/sorting-algorithms-bubble-insertion-selection-sort-veubp86w3e1r</a:t>
            </a:r>
            <a:endParaRPr lang="en-IN" dirty="0"/>
          </a:p>
          <a:p>
            <a:endParaRPr lang="en-IN" dirty="0"/>
          </a:p>
          <a:p>
            <a:r>
              <a:rPr lang="en-IN" dirty="0">
                <a:hlinkClick r:id="rId5"/>
              </a:rPr>
              <a:t>https://www.youtube.com/watch?v=yCxV0kBpA6M</a:t>
            </a:r>
            <a:endParaRPr lang="en-IN" dirty="0"/>
          </a:p>
        </p:txBody>
      </p:sp>
    </p:spTree>
    <p:extLst>
      <p:ext uri="{BB962C8B-B14F-4D97-AF65-F5344CB8AC3E}">
        <p14:creationId xmlns:p14="http://schemas.microsoft.com/office/powerpoint/2010/main" val="21829144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6EB0818-8EE1-434A-BBF0-6B5B0F8B399A}" type="datetime1">
              <a:rPr lang="en-US" smtClean="0"/>
              <a:pPr/>
              <a:t>10/24/2025</a:t>
            </a:fld>
            <a:endParaRPr lang="en-US"/>
          </a:p>
        </p:txBody>
      </p:sp>
      <p:sp>
        <p:nvSpPr>
          <p:cNvPr id="5" name="Footer Placeholder 4"/>
          <p:cNvSpPr>
            <a:spLocks noGrp="1"/>
          </p:cNvSpPr>
          <p:nvPr>
            <p:ph type="ftr" sz="quarter" idx="11"/>
          </p:nvPr>
        </p:nvSpPr>
        <p:spPr/>
        <p:txBody>
          <a:bodyPr/>
          <a:lstStyle/>
          <a:p>
            <a:r>
              <a:rPr lang="en-US"/>
              <a:t>Prof. Venkataramana Veeramsetty</a:t>
            </a:r>
          </a:p>
        </p:txBody>
      </p:sp>
      <p:sp>
        <p:nvSpPr>
          <p:cNvPr id="6" name="Slide Number Placeholder 5"/>
          <p:cNvSpPr>
            <a:spLocks noGrp="1"/>
          </p:cNvSpPr>
          <p:nvPr>
            <p:ph type="sldNum" sz="quarter" idx="12"/>
          </p:nvPr>
        </p:nvSpPr>
        <p:spPr/>
        <p:txBody>
          <a:bodyPr/>
          <a:lstStyle/>
          <a:p>
            <a:fld id="{6EFE7C99-B088-4EBB-BFF6-BECCC96D5DD8}" type="slidenum">
              <a:rPr lang="en-US" smtClean="0"/>
              <a:pPr/>
              <a:t>12</a:t>
            </a:fld>
            <a:endParaRPr lang="en-US"/>
          </a:p>
        </p:txBody>
      </p:sp>
      <p:sp>
        <p:nvSpPr>
          <p:cNvPr id="7" name="Rectangle 6"/>
          <p:cNvSpPr/>
          <p:nvPr/>
        </p:nvSpPr>
        <p:spPr>
          <a:xfrm>
            <a:off x="3592879" y="2967335"/>
            <a:ext cx="366016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6865</TotalTime>
  <Words>1386</Words>
  <Application>Microsoft Office PowerPoint</Application>
  <PresentationFormat>Widescreen</PresentationFormat>
  <Paragraphs>359</Paragraphs>
  <Slides>12</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Cambria</vt:lpstr>
      <vt:lpstr>Nunito Sans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Sujoy  Saha</dc:creator>
  <cp:lastModifiedBy>venkataramana veeramsetty</cp:lastModifiedBy>
  <cp:revision>104</cp:revision>
  <dcterms:created xsi:type="dcterms:W3CDTF">2025-01-02T14:33:31Z</dcterms:created>
  <dcterms:modified xsi:type="dcterms:W3CDTF">2025-10-24T05:15:56Z</dcterms:modified>
</cp:coreProperties>
</file>